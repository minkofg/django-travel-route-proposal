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9"/>
  </p:notesMasterIdLst>
  <p:handoutMasterIdLst>
    <p:handoutMasterId r:id="rId10"/>
  </p:handoutMasterIdLst>
  <p:sldIdLst>
    <p:sldId id="258" r:id="rId2"/>
    <p:sldId id="365" r:id="rId3"/>
    <p:sldId id="366" r:id="rId4"/>
    <p:sldId id="324" r:id="rId5"/>
    <p:sldId id="367" r:id="rId6"/>
    <p:sldId id="273" r:id="rId7"/>
    <p:sldId id="329" r:id="rId8"/>
  </p:sldIdLst>
  <p:sldSz cx="13679488" cy="7920038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956171A-8F56-45EB-834E-C38C95D5B937}">
          <p14:sldIdLst>
            <p14:sldId id="258"/>
            <p14:sldId id="365"/>
            <p14:sldId id="366"/>
            <p14:sldId id="324"/>
            <p14:sldId id="367"/>
            <p14:sldId id="273"/>
          </p14:sldIdLst>
        </p14:section>
        <p14:section name="组织宣传" id="{F787C6D9-7CF9-4852-92D5-9342800D3C07}">
          <p14:sldIdLst>
            <p14:sldId id="329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亚瑟的 豆豆" initials="亚瑟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9B"/>
    <a:srgbClr val="004EA2"/>
    <a:srgbClr val="0F60B7"/>
    <a:srgbClr val="00B097"/>
    <a:srgbClr val="B8183F"/>
    <a:srgbClr val="E7E6E6"/>
    <a:srgbClr val="F6F6F6"/>
    <a:srgbClr val="EDEDED"/>
    <a:srgbClr val="E7F5F8"/>
    <a:srgbClr val="1A6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-564" y="-90"/>
      </p:cViewPr>
      <p:guideLst>
        <p:guide orient="horz" pos="2469"/>
        <p:guide pos="431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-3972" y="-114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  <a:t>2021/5/20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335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2021/5/20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592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568325" y="1279525"/>
            <a:ext cx="5965825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313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641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3.png"/><Relationship Id="rId7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827"/>
            <a:ext cx="13747750" cy="7952740"/>
          </a:xfrm>
          <a:prstGeom prst="rect">
            <a:avLst/>
          </a:prstGeom>
        </p:spPr>
      </p:pic>
      <p:sp>
        <p:nvSpPr>
          <p:cNvPr id="16" name="圆角矩形标注 14"/>
          <p:cNvSpPr/>
          <p:nvPr/>
        </p:nvSpPr>
        <p:spPr>
          <a:xfrm rot="10800000">
            <a:off x="3836436" y="344225"/>
            <a:ext cx="1798983" cy="824948"/>
          </a:xfrm>
          <a:custGeom>
            <a:avLst/>
            <a:gdLst>
              <a:gd name="connsiteX0" fmla="*/ 0 w 1630017"/>
              <a:gd name="connsiteY0" fmla="*/ 137494 h 824948"/>
              <a:gd name="connsiteX1" fmla="*/ 137494 w 1630017"/>
              <a:gd name="connsiteY1" fmla="*/ 0 h 824948"/>
              <a:gd name="connsiteX2" fmla="*/ 271670 w 1630017"/>
              <a:gd name="connsiteY2" fmla="*/ 0 h 824948"/>
              <a:gd name="connsiteX3" fmla="*/ 271670 w 1630017"/>
              <a:gd name="connsiteY3" fmla="*/ 0 h 824948"/>
              <a:gd name="connsiteX4" fmla="*/ 679174 w 1630017"/>
              <a:gd name="connsiteY4" fmla="*/ 0 h 824948"/>
              <a:gd name="connsiteX5" fmla="*/ 1492523 w 1630017"/>
              <a:gd name="connsiteY5" fmla="*/ 0 h 824948"/>
              <a:gd name="connsiteX6" fmla="*/ 1630017 w 1630017"/>
              <a:gd name="connsiteY6" fmla="*/ 137494 h 824948"/>
              <a:gd name="connsiteX7" fmla="*/ 1630017 w 1630017"/>
              <a:gd name="connsiteY7" fmla="*/ 481220 h 824948"/>
              <a:gd name="connsiteX8" fmla="*/ 1630017 w 1630017"/>
              <a:gd name="connsiteY8" fmla="*/ 481220 h 824948"/>
              <a:gd name="connsiteX9" fmla="*/ 1630017 w 1630017"/>
              <a:gd name="connsiteY9" fmla="*/ 687457 h 824948"/>
              <a:gd name="connsiteX10" fmla="*/ 1630017 w 1630017"/>
              <a:gd name="connsiteY10" fmla="*/ 687454 h 824948"/>
              <a:gd name="connsiteX11" fmla="*/ 1492523 w 1630017"/>
              <a:gd name="connsiteY11" fmla="*/ 824948 h 824948"/>
              <a:gd name="connsiteX12" fmla="*/ 679174 w 1630017"/>
              <a:gd name="connsiteY12" fmla="*/ 824948 h 824948"/>
              <a:gd name="connsiteX13" fmla="*/ 475427 w 1630017"/>
              <a:gd name="connsiteY13" fmla="*/ 928067 h 824948"/>
              <a:gd name="connsiteX14" fmla="*/ 271670 w 1630017"/>
              <a:gd name="connsiteY14" fmla="*/ 824948 h 824948"/>
              <a:gd name="connsiteX15" fmla="*/ 137494 w 1630017"/>
              <a:gd name="connsiteY15" fmla="*/ 824948 h 824948"/>
              <a:gd name="connsiteX16" fmla="*/ 0 w 1630017"/>
              <a:gd name="connsiteY16" fmla="*/ 687454 h 824948"/>
              <a:gd name="connsiteX17" fmla="*/ 0 w 1630017"/>
              <a:gd name="connsiteY17" fmla="*/ 687457 h 824948"/>
              <a:gd name="connsiteX18" fmla="*/ 0 w 1630017"/>
              <a:gd name="connsiteY18" fmla="*/ 481220 h 824948"/>
              <a:gd name="connsiteX19" fmla="*/ 0 w 1630017"/>
              <a:gd name="connsiteY19" fmla="*/ 481220 h 824948"/>
              <a:gd name="connsiteX20" fmla="*/ 0 w 1630017"/>
              <a:gd name="connsiteY20" fmla="*/ 137494 h 824948"/>
              <a:gd name="connsiteX0" fmla="*/ 0 w 1798982"/>
              <a:gd name="connsiteY0" fmla="*/ 137494 h 928067"/>
              <a:gd name="connsiteX1" fmla="*/ 137494 w 1798982"/>
              <a:gd name="connsiteY1" fmla="*/ 0 h 928067"/>
              <a:gd name="connsiteX2" fmla="*/ 271670 w 1798982"/>
              <a:gd name="connsiteY2" fmla="*/ 0 h 928067"/>
              <a:gd name="connsiteX3" fmla="*/ 271670 w 1798982"/>
              <a:gd name="connsiteY3" fmla="*/ 0 h 928067"/>
              <a:gd name="connsiteX4" fmla="*/ 679174 w 1798982"/>
              <a:gd name="connsiteY4" fmla="*/ 0 h 928067"/>
              <a:gd name="connsiteX5" fmla="*/ 1492523 w 1798982"/>
              <a:gd name="connsiteY5" fmla="*/ 0 h 928067"/>
              <a:gd name="connsiteX6" fmla="*/ 1630017 w 1798982"/>
              <a:gd name="connsiteY6" fmla="*/ 137494 h 928067"/>
              <a:gd name="connsiteX7" fmla="*/ 1630017 w 1798982"/>
              <a:gd name="connsiteY7" fmla="*/ 481220 h 928067"/>
              <a:gd name="connsiteX8" fmla="*/ 1798982 w 1798982"/>
              <a:gd name="connsiteY8" fmla="*/ 451403 h 928067"/>
              <a:gd name="connsiteX9" fmla="*/ 1630017 w 1798982"/>
              <a:gd name="connsiteY9" fmla="*/ 687457 h 928067"/>
              <a:gd name="connsiteX10" fmla="*/ 1630017 w 1798982"/>
              <a:gd name="connsiteY10" fmla="*/ 687454 h 928067"/>
              <a:gd name="connsiteX11" fmla="*/ 1492523 w 1798982"/>
              <a:gd name="connsiteY11" fmla="*/ 824948 h 928067"/>
              <a:gd name="connsiteX12" fmla="*/ 679174 w 1798982"/>
              <a:gd name="connsiteY12" fmla="*/ 824948 h 928067"/>
              <a:gd name="connsiteX13" fmla="*/ 475427 w 1798982"/>
              <a:gd name="connsiteY13" fmla="*/ 928067 h 928067"/>
              <a:gd name="connsiteX14" fmla="*/ 271670 w 1798982"/>
              <a:gd name="connsiteY14" fmla="*/ 824948 h 928067"/>
              <a:gd name="connsiteX15" fmla="*/ 137494 w 1798982"/>
              <a:gd name="connsiteY15" fmla="*/ 824948 h 928067"/>
              <a:gd name="connsiteX16" fmla="*/ 0 w 1798982"/>
              <a:gd name="connsiteY16" fmla="*/ 687454 h 928067"/>
              <a:gd name="connsiteX17" fmla="*/ 0 w 1798982"/>
              <a:gd name="connsiteY17" fmla="*/ 687457 h 928067"/>
              <a:gd name="connsiteX18" fmla="*/ 0 w 1798982"/>
              <a:gd name="connsiteY18" fmla="*/ 481220 h 928067"/>
              <a:gd name="connsiteX19" fmla="*/ 0 w 1798982"/>
              <a:gd name="connsiteY19" fmla="*/ 481220 h 928067"/>
              <a:gd name="connsiteX20" fmla="*/ 0 w 1798982"/>
              <a:gd name="connsiteY20" fmla="*/ 137494 h 928067"/>
              <a:gd name="connsiteX0" fmla="*/ 0 w 1798982"/>
              <a:gd name="connsiteY0" fmla="*/ 137494 h 848554"/>
              <a:gd name="connsiteX1" fmla="*/ 137494 w 1798982"/>
              <a:gd name="connsiteY1" fmla="*/ 0 h 848554"/>
              <a:gd name="connsiteX2" fmla="*/ 271670 w 1798982"/>
              <a:gd name="connsiteY2" fmla="*/ 0 h 848554"/>
              <a:gd name="connsiteX3" fmla="*/ 271670 w 1798982"/>
              <a:gd name="connsiteY3" fmla="*/ 0 h 848554"/>
              <a:gd name="connsiteX4" fmla="*/ 679174 w 1798982"/>
              <a:gd name="connsiteY4" fmla="*/ 0 h 848554"/>
              <a:gd name="connsiteX5" fmla="*/ 1492523 w 1798982"/>
              <a:gd name="connsiteY5" fmla="*/ 0 h 848554"/>
              <a:gd name="connsiteX6" fmla="*/ 1630017 w 1798982"/>
              <a:gd name="connsiteY6" fmla="*/ 137494 h 848554"/>
              <a:gd name="connsiteX7" fmla="*/ 1630017 w 1798982"/>
              <a:gd name="connsiteY7" fmla="*/ 481220 h 848554"/>
              <a:gd name="connsiteX8" fmla="*/ 1798982 w 1798982"/>
              <a:gd name="connsiteY8" fmla="*/ 451403 h 848554"/>
              <a:gd name="connsiteX9" fmla="*/ 1630017 w 1798982"/>
              <a:gd name="connsiteY9" fmla="*/ 687457 h 848554"/>
              <a:gd name="connsiteX10" fmla="*/ 1630017 w 1798982"/>
              <a:gd name="connsiteY10" fmla="*/ 687454 h 848554"/>
              <a:gd name="connsiteX11" fmla="*/ 1492523 w 1798982"/>
              <a:gd name="connsiteY11" fmla="*/ 824948 h 848554"/>
              <a:gd name="connsiteX12" fmla="*/ 679174 w 1798982"/>
              <a:gd name="connsiteY12" fmla="*/ 824948 h 848554"/>
              <a:gd name="connsiteX13" fmla="*/ 455549 w 1798982"/>
              <a:gd name="connsiteY13" fmla="*/ 848554 h 848554"/>
              <a:gd name="connsiteX14" fmla="*/ 271670 w 1798982"/>
              <a:gd name="connsiteY14" fmla="*/ 824948 h 848554"/>
              <a:gd name="connsiteX15" fmla="*/ 137494 w 1798982"/>
              <a:gd name="connsiteY15" fmla="*/ 824948 h 848554"/>
              <a:gd name="connsiteX16" fmla="*/ 0 w 1798982"/>
              <a:gd name="connsiteY16" fmla="*/ 687454 h 848554"/>
              <a:gd name="connsiteX17" fmla="*/ 0 w 1798982"/>
              <a:gd name="connsiteY17" fmla="*/ 687457 h 848554"/>
              <a:gd name="connsiteX18" fmla="*/ 0 w 1798982"/>
              <a:gd name="connsiteY18" fmla="*/ 481220 h 848554"/>
              <a:gd name="connsiteX19" fmla="*/ 0 w 1798982"/>
              <a:gd name="connsiteY19" fmla="*/ 481220 h 848554"/>
              <a:gd name="connsiteX20" fmla="*/ 0 w 1798982"/>
              <a:gd name="connsiteY20" fmla="*/ 137494 h 848554"/>
              <a:gd name="connsiteX0" fmla="*/ 0 w 1798982"/>
              <a:gd name="connsiteY0" fmla="*/ 137494 h 824948"/>
              <a:gd name="connsiteX1" fmla="*/ 137494 w 1798982"/>
              <a:gd name="connsiteY1" fmla="*/ 0 h 824948"/>
              <a:gd name="connsiteX2" fmla="*/ 271670 w 1798982"/>
              <a:gd name="connsiteY2" fmla="*/ 0 h 824948"/>
              <a:gd name="connsiteX3" fmla="*/ 271670 w 1798982"/>
              <a:gd name="connsiteY3" fmla="*/ 0 h 824948"/>
              <a:gd name="connsiteX4" fmla="*/ 679174 w 1798982"/>
              <a:gd name="connsiteY4" fmla="*/ 0 h 824948"/>
              <a:gd name="connsiteX5" fmla="*/ 1492523 w 1798982"/>
              <a:gd name="connsiteY5" fmla="*/ 0 h 824948"/>
              <a:gd name="connsiteX6" fmla="*/ 1630017 w 1798982"/>
              <a:gd name="connsiteY6" fmla="*/ 137494 h 824948"/>
              <a:gd name="connsiteX7" fmla="*/ 1630017 w 1798982"/>
              <a:gd name="connsiteY7" fmla="*/ 481220 h 824948"/>
              <a:gd name="connsiteX8" fmla="*/ 1798982 w 1798982"/>
              <a:gd name="connsiteY8" fmla="*/ 451403 h 824948"/>
              <a:gd name="connsiteX9" fmla="*/ 1630017 w 1798982"/>
              <a:gd name="connsiteY9" fmla="*/ 687457 h 824948"/>
              <a:gd name="connsiteX10" fmla="*/ 1630017 w 1798982"/>
              <a:gd name="connsiteY10" fmla="*/ 687454 h 824948"/>
              <a:gd name="connsiteX11" fmla="*/ 1492523 w 1798982"/>
              <a:gd name="connsiteY11" fmla="*/ 824948 h 824948"/>
              <a:gd name="connsiteX12" fmla="*/ 679174 w 1798982"/>
              <a:gd name="connsiteY12" fmla="*/ 824948 h 824948"/>
              <a:gd name="connsiteX13" fmla="*/ 455549 w 1798982"/>
              <a:gd name="connsiteY13" fmla="*/ 808798 h 824948"/>
              <a:gd name="connsiteX14" fmla="*/ 271670 w 1798982"/>
              <a:gd name="connsiteY14" fmla="*/ 824948 h 824948"/>
              <a:gd name="connsiteX15" fmla="*/ 137494 w 1798982"/>
              <a:gd name="connsiteY15" fmla="*/ 824948 h 824948"/>
              <a:gd name="connsiteX16" fmla="*/ 0 w 1798982"/>
              <a:gd name="connsiteY16" fmla="*/ 687454 h 824948"/>
              <a:gd name="connsiteX17" fmla="*/ 0 w 1798982"/>
              <a:gd name="connsiteY17" fmla="*/ 687457 h 824948"/>
              <a:gd name="connsiteX18" fmla="*/ 0 w 1798982"/>
              <a:gd name="connsiteY18" fmla="*/ 481220 h 824948"/>
              <a:gd name="connsiteX19" fmla="*/ 0 w 1798982"/>
              <a:gd name="connsiteY19" fmla="*/ 481220 h 824948"/>
              <a:gd name="connsiteX20" fmla="*/ 0 w 1798982"/>
              <a:gd name="connsiteY20" fmla="*/ 137494 h 824948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455549 w 1798983"/>
              <a:gd name="connsiteY13" fmla="*/ 808798 h 824948"/>
              <a:gd name="connsiteX14" fmla="*/ 271670 w 1798983"/>
              <a:gd name="connsiteY14" fmla="*/ 824948 h 824948"/>
              <a:gd name="connsiteX15" fmla="*/ 137494 w 1798983"/>
              <a:gd name="connsiteY15" fmla="*/ 824948 h 824948"/>
              <a:gd name="connsiteX16" fmla="*/ 0 w 1798983"/>
              <a:gd name="connsiteY16" fmla="*/ 687454 h 824948"/>
              <a:gd name="connsiteX17" fmla="*/ 0 w 1798983"/>
              <a:gd name="connsiteY17" fmla="*/ 687457 h 824948"/>
              <a:gd name="connsiteX18" fmla="*/ 0 w 1798983"/>
              <a:gd name="connsiteY18" fmla="*/ 481220 h 824948"/>
              <a:gd name="connsiteX19" fmla="*/ 0 w 1798983"/>
              <a:gd name="connsiteY19" fmla="*/ 481220 h 824948"/>
              <a:gd name="connsiteX20" fmla="*/ 0 w 1798983"/>
              <a:gd name="connsiteY20" fmla="*/ 137494 h 824948"/>
              <a:gd name="connsiteX0" fmla="*/ 0 w 1798983"/>
              <a:gd name="connsiteY0" fmla="*/ 137494 h 838615"/>
              <a:gd name="connsiteX1" fmla="*/ 137494 w 1798983"/>
              <a:gd name="connsiteY1" fmla="*/ 0 h 838615"/>
              <a:gd name="connsiteX2" fmla="*/ 271670 w 1798983"/>
              <a:gd name="connsiteY2" fmla="*/ 0 h 838615"/>
              <a:gd name="connsiteX3" fmla="*/ 271670 w 1798983"/>
              <a:gd name="connsiteY3" fmla="*/ 0 h 838615"/>
              <a:gd name="connsiteX4" fmla="*/ 679174 w 1798983"/>
              <a:gd name="connsiteY4" fmla="*/ 0 h 838615"/>
              <a:gd name="connsiteX5" fmla="*/ 1492523 w 1798983"/>
              <a:gd name="connsiteY5" fmla="*/ 0 h 838615"/>
              <a:gd name="connsiteX6" fmla="*/ 1630017 w 1798983"/>
              <a:gd name="connsiteY6" fmla="*/ 137494 h 838615"/>
              <a:gd name="connsiteX7" fmla="*/ 1798983 w 1798983"/>
              <a:gd name="connsiteY7" fmla="*/ 401707 h 838615"/>
              <a:gd name="connsiteX8" fmla="*/ 1798982 w 1798983"/>
              <a:gd name="connsiteY8" fmla="*/ 451403 h 838615"/>
              <a:gd name="connsiteX9" fmla="*/ 1630017 w 1798983"/>
              <a:gd name="connsiteY9" fmla="*/ 687457 h 838615"/>
              <a:gd name="connsiteX10" fmla="*/ 1630017 w 1798983"/>
              <a:gd name="connsiteY10" fmla="*/ 687454 h 838615"/>
              <a:gd name="connsiteX11" fmla="*/ 1492523 w 1798983"/>
              <a:gd name="connsiteY11" fmla="*/ 824948 h 838615"/>
              <a:gd name="connsiteX12" fmla="*/ 679174 w 1798983"/>
              <a:gd name="connsiteY12" fmla="*/ 824948 h 838615"/>
              <a:gd name="connsiteX13" fmla="*/ 445610 w 1798983"/>
              <a:gd name="connsiteY13" fmla="*/ 838615 h 838615"/>
              <a:gd name="connsiteX14" fmla="*/ 271670 w 1798983"/>
              <a:gd name="connsiteY14" fmla="*/ 824948 h 838615"/>
              <a:gd name="connsiteX15" fmla="*/ 137494 w 1798983"/>
              <a:gd name="connsiteY15" fmla="*/ 824948 h 838615"/>
              <a:gd name="connsiteX16" fmla="*/ 0 w 1798983"/>
              <a:gd name="connsiteY16" fmla="*/ 687454 h 838615"/>
              <a:gd name="connsiteX17" fmla="*/ 0 w 1798983"/>
              <a:gd name="connsiteY17" fmla="*/ 687457 h 838615"/>
              <a:gd name="connsiteX18" fmla="*/ 0 w 1798983"/>
              <a:gd name="connsiteY18" fmla="*/ 481220 h 838615"/>
              <a:gd name="connsiteX19" fmla="*/ 0 w 1798983"/>
              <a:gd name="connsiteY19" fmla="*/ 481220 h 838615"/>
              <a:gd name="connsiteX20" fmla="*/ 0 w 1798983"/>
              <a:gd name="connsiteY20" fmla="*/ 137494 h 838615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271670 w 1798983"/>
              <a:gd name="connsiteY13" fmla="*/ 824948 h 824948"/>
              <a:gd name="connsiteX14" fmla="*/ 137494 w 1798983"/>
              <a:gd name="connsiteY14" fmla="*/ 824948 h 824948"/>
              <a:gd name="connsiteX15" fmla="*/ 0 w 1798983"/>
              <a:gd name="connsiteY15" fmla="*/ 687454 h 824948"/>
              <a:gd name="connsiteX16" fmla="*/ 0 w 1798983"/>
              <a:gd name="connsiteY16" fmla="*/ 687457 h 824948"/>
              <a:gd name="connsiteX17" fmla="*/ 0 w 1798983"/>
              <a:gd name="connsiteY17" fmla="*/ 481220 h 824948"/>
              <a:gd name="connsiteX18" fmla="*/ 0 w 1798983"/>
              <a:gd name="connsiteY18" fmla="*/ 481220 h 824948"/>
              <a:gd name="connsiteX19" fmla="*/ 0 w 1798983"/>
              <a:gd name="connsiteY19" fmla="*/ 137494 h 824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98983" h="824948">
                <a:moveTo>
                  <a:pt x="0" y="137494"/>
                </a:moveTo>
                <a:cubicBezTo>
                  <a:pt x="0" y="61558"/>
                  <a:pt x="61558" y="0"/>
                  <a:pt x="137494" y="0"/>
                </a:cubicBezTo>
                <a:lnTo>
                  <a:pt x="271670" y="0"/>
                </a:lnTo>
                <a:lnTo>
                  <a:pt x="271670" y="0"/>
                </a:lnTo>
                <a:lnTo>
                  <a:pt x="679174" y="0"/>
                </a:lnTo>
                <a:lnTo>
                  <a:pt x="1492523" y="0"/>
                </a:lnTo>
                <a:cubicBezTo>
                  <a:pt x="1568459" y="0"/>
                  <a:pt x="1630017" y="61558"/>
                  <a:pt x="1630017" y="137494"/>
                </a:cubicBezTo>
                <a:lnTo>
                  <a:pt x="1798983" y="401707"/>
                </a:lnTo>
                <a:cubicBezTo>
                  <a:pt x="1798983" y="418272"/>
                  <a:pt x="1798982" y="434838"/>
                  <a:pt x="1798982" y="451403"/>
                </a:cubicBezTo>
                <a:lnTo>
                  <a:pt x="1630017" y="687457"/>
                </a:lnTo>
                <a:lnTo>
                  <a:pt x="1630017" y="687454"/>
                </a:lnTo>
                <a:cubicBezTo>
                  <a:pt x="1630017" y="763390"/>
                  <a:pt x="1568459" y="824948"/>
                  <a:pt x="1492523" y="824948"/>
                </a:cubicBezTo>
                <a:lnTo>
                  <a:pt x="679174" y="824948"/>
                </a:lnTo>
                <a:lnTo>
                  <a:pt x="271670" y="824948"/>
                </a:lnTo>
                <a:lnTo>
                  <a:pt x="137494" y="824948"/>
                </a:lnTo>
                <a:cubicBezTo>
                  <a:pt x="61558" y="824948"/>
                  <a:pt x="0" y="763390"/>
                  <a:pt x="0" y="687454"/>
                </a:cubicBezTo>
                <a:lnTo>
                  <a:pt x="0" y="687457"/>
                </a:lnTo>
                <a:lnTo>
                  <a:pt x="0" y="481220"/>
                </a:lnTo>
                <a:lnTo>
                  <a:pt x="0" y="481220"/>
                </a:lnTo>
                <a:lnTo>
                  <a:pt x="0" y="137494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圆角矩形标注 14"/>
          <p:cNvSpPr/>
          <p:nvPr/>
        </p:nvSpPr>
        <p:spPr>
          <a:xfrm>
            <a:off x="2784141" y="3134595"/>
            <a:ext cx="1798983" cy="824948"/>
          </a:xfrm>
          <a:custGeom>
            <a:avLst/>
            <a:gdLst>
              <a:gd name="connsiteX0" fmla="*/ 0 w 1630017"/>
              <a:gd name="connsiteY0" fmla="*/ 137494 h 824948"/>
              <a:gd name="connsiteX1" fmla="*/ 137494 w 1630017"/>
              <a:gd name="connsiteY1" fmla="*/ 0 h 824948"/>
              <a:gd name="connsiteX2" fmla="*/ 271670 w 1630017"/>
              <a:gd name="connsiteY2" fmla="*/ 0 h 824948"/>
              <a:gd name="connsiteX3" fmla="*/ 271670 w 1630017"/>
              <a:gd name="connsiteY3" fmla="*/ 0 h 824948"/>
              <a:gd name="connsiteX4" fmla="*/ 679174 w 1630017"/>
              <a:gd name="connsiteY4" fmla="*/ 0 h 824948"/>
              <a:gd name="connsiteX5" fmla="*/ 1492523 w 1630017"/>
              <a:gd name="connsiteY5" fmla="*/ 0 h 824948"/>
              <a:gd name="connsiteX6" fmla="*/ 1630017 w 1630017"/>
              <a:gd name="connsiteY6" fmla="*/ 137494 h 824948"/>
              <a:gd name="connsiteX7" fmla="*/ 1630017 w 1630017"/>
              <a:gd name="connsiteY7" fmla="*/ 481220 h 824948"/>
              <a:gd name="connsiteX8" fmla="*/ 1630017 w 1630017"/>
              <a:gd name="connsiteY8" fmla="*/ 481220 h 824948"/>
              <a:gd name="connsiteX9" fmla="*/ 1630017 w 1630017"/>
              <a:gd name="connsiteY9" fmla="*/ 687457 h 824948"/>
              <a:gd name="connsiteX10" fmla="*/ 1630017 w 1630017"/>
              <a:gd name="connsiteY10" fmla="*/ 687454 h 824948"/>
              <a:gd name="connsiteX11" fmla="*/ 1492523 w 1630017"/>
              <a:gd name="connsiteY11" fmla="*/ 824948 h 824948"/>
              <a:gd name="connsiteX12" fmla="*/ 679174 w 1630017"/>
              <a:gd name="connsiteY12" fmla="*/ 824948 h 824948"/>
              <a:gd name="connsiteX13" fmla="*/ 475427 w 1630017"/>
              <a:gd name="connsiteY13" fmla="*/ 928067 h 824948"/>
              <a:gd name="connsiteX14" fmla="*/ 271670 w 1630017"/>
              <a:gd name="connsiteY14" fmla="*/ 824948 h 824948"/>
              <a:gd name="connsiteX15" fmla="*/ 137494 w 1630017"/>
              <a:gd name="connsiteY15" fmla="*/ 824948 h 824948"/>
              <a:gd name="connsiteX16" fmla="*/ 0 w 1630017"/>
              <a:gd name="connsiteY16" fmla="*/ 687454 h 824948"/>
              <a:gd name="connsiteX17" fmla="*/ 0 w 1630017"/>
              <a:gd name="connsiteY17" fmla="*/ 687457 h 824948"/>
              <a:gd name="connsiteX18" fmla="*/ 0 w 1630017"/>
              <a:gd name="connsiteY18" fmla="*/ 481220 h 824948"/>
              <a:gd name="connsiteX19" fmla="*/ 0 w 1630017"/>
              <a:gd name="connsiteY19" fmla="*/ 481220 h 824948"/>
              <a:gd name="connsiteX20" fmla="*/ 0 w 1630017"/>
              <a:gd name="connsiteY20" fmla="*/ 137494 h 824948"/>
              <a:gd name="connsiteX0" fmla="*/ 0 w 1798982"/>
              <a:gd name="connsiteY0" fmla="*/ 137494 h 928067"/>
              <a:gd name="connsiteX1" fmla="*/ 137494 w 1798982"/>
              <a:gd name="connsiteY1" fmla="*/ 0 h 928067"/>
              <a:gd name="connsiteX2" fmla="*/ 271670 w 1798982"/>
              <a:gd name="connsiteY2" fmla="*/ 0 h 928067"/>
              <a:gd name="connsiteX3" fmla="*/ 271670 w 1798982"/>
              <a:gd name="connsiteY3" fmla="*/ 0 h 928067"/>
              <a:gd name="connsiteX4" fmla="*/ 679174 w 1798982"/>
              <a:gd name="connsiteY4" fmla="*/ 0 h 928067"/>
              <a:gd name="connsiteX5" fmla="*/ 1492523 w 1798982"/>
              <a:gd name="connsiteY5" fmla="*/ 0 h 928067"/>
              <a:gd name="connsiteX6" fmla="*/ 1630017 w 1798982"/>
              <a:gd name="connsiteY6" fmla="*/ 137494 h 928067"/>
              <a:gd name="connsiteX7" fmla="*/ 1630017 w 1798982"/>
              <a:gd name="connsiteY7" fmla="*/ 481220 h 928067"/>
              <a:gd name="connsiteX8" fmla="*/ 1798982 w 1798982"/>
              <a:gd name="connsiteY8" fmla="*/ 451403 h 928067"/>
              <a:gd name="connsiteX9" fmla="*/ 1630017 w 1798982"/>
              <a:gd name="connsiteY9" fmla="*/ 687457 h 928067"/>
              <a:gd name="connsiteX10" fmla="*/ 1630017 w 1798982"/>
              <a:gd name="connsiteY10" fmla="*/ 687454 h 928067"/>
              <a:gd name="connsiteX11" fmla="*/ 1492523 w 1798982"/>
              <a:gd name="connsiteY11" fmla="*/ 824948 h 928067"/>
              <a:gd name="connsiteX12" fmla="*/ 679174 w 1798982"/>
              <a:gd name="connsiteY12" fmla="*/ 824948 h 928067"/>
              <a:gd name="connsiteX13" fmla="*/ 475427 w 1798982"/>
              <a:gd name="connsiteY13" fmla="*/ 928067 h 928067"/>
              <a:gd name="connsiteX14" fmla="*/ 271670 w 1798982"/>
              <a:gd name="connsiteY14" fmla="*/ 824948 h 928067"/>
              <a:gd name="connsiteX15" fmla="*/ 137494 w 1798982"/>
              <a:gd name="connsiteY15" fmla="*/ 824948 h 928067"/>
              <a:gd name="connsiteX16" fmla="*/ 0 w 1798982"/>
              <a:gd name="connsiteY16" fmla="*/ 687454 h 928067"/>
              <a:gd name="connsiteX17" fmla="*/ 0 w 1798982"/>
              <a:gd name="connsiteY17" fmla="*/ 687457 h 928067"/>
              <a:gd name="connsiteX18" fmla="*/ 0 w 1798982"/>
              <a:gd name="connsiteY18" fmla="*/ 481220 h 928067"/>
              <a:gd name="connsiteX19" fmla="*/ 0 w 1798982"/>
              <a:gd name="connsiteY19" fmla="*/ 481220 h 928067"/>
              <a:gd name="connsiteX20" fmla="*/ 0 w 1798982"/>
              <a:gd name="connsiteY20" fmla="*/ 137494 h 928067"/>
              <a:gd name="connsiteX0" fmla="*/ 0 w 1798982"/>
              <a:gd name="connsiteY0" fmla="*/ 137494 h 848554"/>
              <a:gd name="connsiteX1" fmla="*/ 137494 w 1798982"/>
              <a:gd name="connsiteY1" fmla="*/ 0 h 848554"/>
              <a:gd name="connsiteX2" fmla="*/ 271670 w 1798982"/>
              <a:gd name="connsiteY2" fmla="*/ 0 h 848554"/>
              <a:gd name="connsiteX3" fmla="*/ 271670 w 1798982"/>
              <a:gd name="connsiteY3" fmla="*/ 0 h 848554"/>
              <a:gd name="connsiteX4" fmla="*/ 679174 w 1798982"/>
              <a:gd name="connsiteY4" fmla="*/ 0 h 848554"/>
              <a:gd name="connsiteX5" fmla="*/ 1492523 w 1798982"/>
              <a:gd name="connsiteY5" fmla="*/ 0 h 848554"/>
              <a:gd name="connsiteX6" fmla="*/ 1630017 w 1798982"/>
              <a:gd name="connsiteY6" fmla="*/ 137494 h 848554"/>
              <a:gd name="connsiteX7" fmla="*/ 1630017 w 1798982"/>
              <a:gd name="connsiteY7" fmla="*/ 481220 h 848554"/>
              <a:gd name="connsiteX8" fmla="*/ 1798982 w 1798982"/>
              <a:gd name="connsiteY8" fmla="*/ 451403 h 848554"/>
              <a:gd name="connsiteX9" fmla="*/ 1630017 w 1798982"/>
              <a:gd name="connsiteY9" fmla="*/ 687457 h 848554"/>
              <a:gd name="connsiteX10" fmla="*/ 1630017 w 1798982"/>
              <a:gd name="connsiteY10" fmla="*/ 687454 h 848554"/>
              <a:gd name="connsiteX11" fmla="*/ 1492523 w 1798982"/>
              <a:gd name="connsiteY11" fmla="*/ 824948 h 848554"/>
              <a:gd name="connsiteX12" fmla="*/ 679174 w 1798982"/>
              <a:gd name="connsiteY12" fmla="*/ 824948 h 848554"/>
              <a:gd name="connsiteX13" fmla="*/ 455549 w 1798982"/>
              <a:gd name="connsiteY13" fmla="*/ 848554 h 848554"/>
              <a:gd name="connsiteX14" fmla="*/ 271670 w 1798982"/>
              <a:gd name="connsiteY14" fmla="*/ 824948 h 848554"/>
              <a:gd name="connsiteX15" fmla="*/ 137494 w 1798982"/>
              <a:gd name="connsiteY15" fmla="*/ 824948 h 848554"/>
              <a:gd name="connsiteX16" fmla="*/ 0 w 1798982"/>
              <a:gd name="connsiteY16" fmla="*/ 687454 h 848554"/>
              <a:gd name="connsiteX17" fmla="*/ 0 w 1798982"/>
              <a:gd name="connsiteY17" fmla="*/ 687457 h 848554"/>
              <a:gd name="connsiteX18" fmla="*/ 0 w 1798982"/>
              <a:gd name="connsiteY18" fmla="*/ 481220 h 848554"/>
              <a:gd name="connsiteX19" fmla="*/ 0 w 1798982"/>
              <a:gd name="connsiteY19" fmla="*/ 481220 h 848554"/>
              <a:gd name="connsiteX20" fmla="*/ 0 w 1798982"/>
              <a:gd name="connsiteY20" fmla="*/ 137494 h 848554"/>
              <a:gd name="connsiteX0" fmla="*/ 0 w 1798982"/>
              <a:gd name="connsiteY0" fmla="*/ 137494 h 824948"/>
              <a:gd name="connsiteX1" fmla="*/ 137494 w 1798982"/>
              <a:gd name="connsiteY1" fmla="*/ 0 h 824948"/>
              <a:gd name="connsiteX2" fmla="*/ 271670 w 1798982"/>
              <a:gd name="connsiteY2" fmla="*/ 0 h 824948"/>
              <a:gd name="connsiteX3" fmla="*/ 271670 w 1798982"/>
              <a:gd name="connsiteY3" fmla="*/ 0 h 824948"/>
              <a:gd name="connsiteX4" fmla="*/ 679174 w 1798982"/>
              <a:gd name="connsiteY4" fmla="*/ 0 h 824948"/>
              <a:gd name="connsiteX5" fmla="*/ 1492523 w 1798982"/>
              <a:gd name="connsiteY5" fmla="*/ 0 h 824948"/>
              <a:gd name="connsiteX6" fmla="*/ 1630017 w 1798982"/>
              <a:gd name="connsiteY6" fmla="*/ 137494 h 824948"/>
              <a:gd name="connsiteX7" fmla="*/ 1630017 w 1798982"/>
              <a:gd name="connsiteY7" fmla="*/ 481220 h 824948"/>
              <a:gd name="connsiteX8" fmla="*/ 1798982 w 1798982"/>
              <a:gd name="connsiteY8" fmla="*/ 451403 h 824948"/>
              <a:gd name="connsiteX9" fmla="*/ 1630017 w 1798982"/>
              <a:gd name="connsiteY9" fmla="*/ 687457 h 824948"/>
              <a:gd name="connsiteX10" fmla="*/ 1630017 w 1798982"/>
              <a:gd name="connsiteY10" fmla="*/ 687454 h 824948"/>
              <a:gd name="connsiteX11" fmla="*/ 1492523 w 1798982"/>
              <a:gd name="connsiteY11" fmla="*/ 824948 h 824948"/>
              <a:gd name="connsiteX12" fmla="*/ 679174 w 1798982"/>
              <a:gd name="connsiteY12" fmla="*/ 824948 h 824948"/>
              <a:gd name="connsiteX13" fmla="*/ 455549 w 1798982"/>
              <a:gd name="connsiteY13" fmla="*/ 808798 h 824948"/>
              <a:gd name="connsiteX14" fmla="*/ 271670 w 1798982"/>
              <a:gd name="connsiteY14" fmla="*/ 824948 h 824948"/>
              <a:gd name="connsiteX15" fmla="*/ 137494 w 1798982"/>
              <a:gd name="connsiteY15" fmla="*/ 824948 h 824948"/>
              <a:gd name="connsiteX16" fmla="*/ 0 w 1798982"/>
              <a:gd name="connsiteY16" fmla="*/ 687454 h 824948"/>
              <a:gd name="connsiteX17" fmla="*/ 0 w 1798982"/>
              <a:gd name="connsiteY17" fmla="*/ 687457 h 824948"/>
              <a:gd name="connsiteX18" fmla="*/ 0 w 1798982"/>
              <a:gd name="connsiteY18" fmla="*/ 481220 h 824948"/>
              <a:gd name="connsiteX19" fmla="*/ 0 w 1798982"/>
              <a:gd name="connsiteY19" fmla="*/ 481220 h 824948"/>
              <a:gd name="connsiteX20" fmla="*/ 0 w 1798982"/>
              <a:gd name="connsiteY20" fmla="*/ 137494 h 824948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455549 w 1798983"/>
              <a:gd name="connsiteY13" fmla="*/ 808798 h 824948"/>
              <a:gd name="connsiteX14" fmla="*/ 271670 w 1798983"/>
              <a:gd name="connsiteY14" fmla="*/ 824948 h 824948"/>
              <a:gd name="connsiteX15" fmla="*/ 137494 w 1798983"/>
              <a:gd name="connsiteY15" fmla="*/ 824948 h 824948"/>
              <a:gd name="connsiteX16" fmla="*/ 0 w 1798983"/>
              <a:gd name="connsiteY16" fmla="*/ 687454 h 824948"/>
              <a:gd name="connsiteX17" fmla="*/ 0 w 1798983"/>
              <a:gd name="connsiteY17" fmla="*/ 687457 h 824948"/>
              <a:gd name="connsiteX18" fmla="*/ 0 w 1798983"/>
              <a:gd name="connsiteY18" fmla="*/ 481220 h 824948"/>
              <a:gd name="connsiteX19" fmla="*/ 0 w 1798983"/>
              <a:gd name="connsiteY19" fmla="*/ 481220 h 824948"/>
              <a:gd name="connsiteX20" fmla="*/ 0 w 1798983"/>
              <a:gd name="connsiteY20" fmla="*/ 137494 h 824948"/>
              <a:gd name="connsiteX0" fmla="*/ 0 w 1798983"/>
              <a:gd name="connsiteY0" fmla="*/ 137494 h 838615"/>
              <a:gd name="connsiteX1" fmla="*/ 137494 w 1798983"/>
              <a:gd name="connsiteY1" fmla="*/ 0 h 838615"/>
              <a:gd name="connsiteX2" fmla="*/ 271670 w 1798983"/>
              <a:gd name="connsiteY2" fmla="*/ 0 h 838615"/>
              <a:gd name="connsiteX3" fmla="*/ 271670 w 1798983"/>
              <a:gd name="connsiteY3" fmla="*/ 0 h 838615"/>
              <a:gd name="connsiteX4" fmla="*/ 679174 w 1798983"/>
              <a:gd name="connsiteY4" fmla="*/ 0 h 838615"/>
              <a:gd name="connsiteX5" fmla="*/ 1492523 w 1798983"/>
              <a:gd name="connsiteY5" fmla="*/ 0 h 838615"/>
              <a:gd name="connsiteX6" fmla="*/ 1630017 w 1798983"/>
              <a:gd name="connsiteY6" fmla="*/ 137494 h 838615"/>
              <a:gd name="connsiteX7" fmla="*/ 1798983 w 1798983"/>
              <a:gd name="connsiteY7" fmla="*/ 401707 h 838615"/>
              <a:gd name="connsiteX8" fmla="*/ 1798982 w 1798983"/>
              <a:gd name="connsiteY8" fmla="*/ 451403 h 838615"/>
              <a:gd name="connsiteX9" fmla="*/ 1630017 w 1798983"/>
              <a:gd name="connsiteY9" fmla="*/ 687457 h 838615"/>
              <a:gd name="connsiteX10" fmla="*/ 1630017 w 1798983"/>
              <a:gd name="connsiteY10" fmla="*/ 687454 h 838615"/>
              <a:gd name="connsiteX11" fmla="*/ 1492523 w 1798983"/>
              <a:gd name="connsiteY11" fmla="*/ 824948 h 838615"/>
              <a:gd name="connsiteX12" fmla="*/ 679174 w 1798983"/>
              <a:gd name="connsiteY12" fmla="*/ 824948 h 838615"/>
              <a:gd name="connsiteX13" fmla="*/ 445610 w 1798983"/>
              <a:gd name="connsiteY13" fmla="*/ 838615 h 838615"/>
              <a:gd name="connsiteX14" fmla="*/ 271670 w 1798983"/>
              <a:gd name="connsiteY14" fmla="*/ 824948 h 838615"/>
              <a:gd name="connsiteX15" fmla="*/ 137494 w 1798983"/>
              <a:gd name="connsiteY15" fmla="*/ 824948 h 838615"/>
              <a:gd name="connsiteX16" fmla="*/ 0 w 1798983"/>
              <a:gd name="connsiteY16" fmla="*/ 687454 h 838615"/>
              <a:gd name="connsiteX17" fmla="*/ 0 w 1798983"/>
              <a:gd name="connsiteY17" fmla="*/ 687457 h 838615"/>
              <a:gd name="connsiteX18" fmla="*/ 0 w 1798983"/>
              <a:gd name="connsiteY18" fmla="*/ 481220 h 838615"/>
              <a:gd name="connsiteX19" fmla="*/ 0 w 1798983"/>
              <a:gd name="connsiteY19" fmla="*/ 481220 h 838615"/>
              <a:gd name="connsiteX20" fmla="*/ 0 w 1798983"/>
              <a:gd name="connsiteY20" fmla="*/ 137494 h 838615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271670 w 1798983"/>
              <a:gd name="connsiteY13" fmla="*/ 824948 h 824948"/>
              <a:gd name="connsiteX14" fmla="*/ 137494 w 1798983"/>
              <a:gd name="connsiteY14" fmla="*/ 824948 h 824948"/>
              <a:gd name="connsiteX15" fmla="*/ 0 w 1798983"/>
              <a:gd name="connsiteY15" fmla="*/ 687454 h 824948"/>
              <a:gd name="connsiteX16" fmla="*/ 0 w 1798983"/>
              <a:gd name="connsiteY16" fmla="*/ 687457 h 824948"/>
              <a:gd name="connsiteX17" fmla="*/ 0 w 1798983"/>
              <a:gd name="connsiteY17" fmla="*/ 481220 h 824948"/>
              <a:gd name="connsiteX18" fmla="*/ 0 w 1798983"/>
              <a:gd name="connsiteY18" fmla="*/ 481220 h 824948"/>
              <a:gd name="connsiteX19" fmla="*/ 0 w 1798983"/>
              <a:gd name="connsiteY19" fmla="*/ 137494 h 824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98983" h="824948">
                <a:moveTo>
                  <a:pt x="0" y="137494"/>
                </a:moveTo>
                <a:cubicBezTo>
                  <a:pt x="0" y="61558"/>
                  <a:pt x="61558" y="0"/>
                  <a:pt x="137494" y="0"/>
                </a:cubicBezTo>
                <a:lnTo>
                  <a:pt x="271670" y="0"/>
                </a:lnTo>
                <a:lnTo>
                  <a:pt x="271670" y="0"/>
                </a:lnTo>
                <a:lnTo>
                  <a:pt x="679174" y="0"/>
                </a:lnTo>
                <a:lnTo>
                  <a:pt x="1492523" y="0"/>
                </a:lnTo>
                <a:cubicBezTo>
                  <a:pt x="1568459" y="0"/>
                  <a:pt x="1630017" y="61558"/>
                  <a:pt x="1630017" y="137494"/>
                </a:cubicBezTo>
                <a:lnTo>
                  <a:pt x="1798983" y="401707"/>
                </a:lnTo>
                <a:cubicBezTo>
                  <a:pt x="1798983" y="418272"/>
                  <a:pt x="1798982" y="434838"/>
                  <a:pt x="1798982" y="451403"/>
                </a:cubicBezTo>
                <a:lnTo>
                  <a:pt x="1630017" y="687457"/>
                </a:lnTo>
                <a:lnTo>
                  <a:pt x="1630017" y="687454"/>
                </a:lnTo>
                <a:cubicBezTo>
                  <a:pt x="1630017" y="763390"/>
                  <a:pt x="1568459" y="824948"/>
                  <a:pt x="1492523" y="824948"/>
                </a:cubicBezTo>
                <a:lnTo>
                  <a:pt x="679174" y="824948"/>
                </a:lnTo>
                <a:lnTo>
                  <a:pt x="271670" y="824948"/>
                </a:lnTo>
                <a:lnTo>
                  <a:pt x="137494" y="824948"/>
                </a:lnTo>
                <a:cubicBezTo>
                  <a:pt x="61558" y="824948"/>
                  <a:pt x="0" y="763390"/>
                  <a:pt x="0" y="687454"/>
                </a:cubicBezTo>
                <a:lnTo>
                  <a:pt x="0" y="687457"/>
                </a:lnTo>
                <a:lnTo>
                  <a:pt x="0" y="481220"/>
                </a:lnTo>
                <a:lnTo>
                  <a:pt x="0" y="481220"/>
                </a:lnTo>
                <a:lnTo>
                  <a:pt x="0" y="137494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408574" y="2821098"/>
            <a:ext cx="10032365" cy="119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5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5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4800" dirty="0">
                <a:solidFill>
                  <a:schemeClr val="bg1"/>
                </a:solidFill>
                <a:latin typeface="思源黑体 CN Bold" pitchFamily="34" charset="-122"/>
                <a:ea typeface="思源黑体 CN Bold" pitchFamily="34" charset="-122"/>
              </a:rPr>
              <a:t>松山湖校</a:t>
            </a:r>
            <a:r>
              <a:rPr lang="zh-CN" altLang="en-US" sz="4800" dirty="0" smtClean="0">
                <a:solidFill>
                  <a:schemeClr val="bg1"/>
                </a:solidFill>
                <a:latin typeface="思源黑体 CN Bold" pitchFamily="34" charset="-122"/>
                <a:ea typeface="思源黑体 CN Bold" pitchFamily="34" charset="-122"/>
              </a:rPr>
              <a:t>区垃</a:t>
            </a:r>
            <a:r>
              <a:rPr lang="zh-CN" altLang="en-US" sz="4800" dirty="0">
                <a:solidFill>
                  <a:schemeClr val="bg1"/>
                </a:solidFill>
                <a:latin typeface="思源黑体 CN Bold" pitchFamily="34" charset="-122"/>
                <a:ea typeface="思源黑体 CN Bold" pitchFamily="34" charset="-122"/>
              </a:rPr>
              <a:t>圾分类主题班会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343353" y="4181666"/>
            <a:ext cx="139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</a:rPr>
              <a:t>2021</a:t>
            </a:r>
            <a:r>
              <a:rPr lang="zh-CN" altLang="en-US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</a:rPr>
              <a:t>月</a:t>
            </a:r>
          </a:p>
        </p:txBody>
      </p:sp>
      <p:pic>
        <p:nvPicPr>
          <p:cNvPr id="9" name="图片 8" descr="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857" y="433989"/>
            <a:ext cx="3076718" cy="527254"/>
          </a:xfrm>
          <a:prstGeom prst="rect">
            <a:avLst/>
          </a:prstGeom>
        </p:spPr>
      </p:pic>
      <p:pic>
        <p:nvPicPr>
          <p:cNvPr id="24" name="图片 23" descr="广科辅助"/>
          <p:cNvPicPr>
            <a:picLocks noChangeAspect="1"/>
          </p:cNvPicPr>
          <p:nvPr/>
        </p:nvPicPr>
        <p:blipFill>
          <a:blip r:embed="rId5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34679" y="572033"/>
            <a:ext cx="1401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Logo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不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变</a:t>
            </a:r>
            <a:r>
              <a:rPr lang="zh-CN" altLang="en-US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动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4140" y="3382320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思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源黑体</a:t>
            </a:r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bold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 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1" name="圆角矩形标注 14"/>
          <p:cNvSpPr/>
          <p:nvPr/>
        </p:nvSpPr>
        <p:spPr>
          <a:xfrm>
            <a:off x="8994914" y="4055863"/>
            <a:ext cx="2348440" cy="617057"/>
          </a:xfrm>
          <a:custGeom>
            <a:avLst/>
            <a:gdLst>
              <a:gd name="connsiteX0" fmla="*/ 0 w 1630017"/>
              <a:gd name="connsiteY0" fmla="*/ 137494 h 824948"/>
              <a:gd name="connsiteX1" fmla="*/ 137494 w 1630017"/>
              <a:gd name="connsiteY1" fmla="*/ 0 h 824948"/>
              <a:gd name="connsiteX2" fmla="*/ 271670 w 1630017"/>
              <a:gd name="connsiteY2" fmla="*/ 0 h 824948"/>
              <a:gd name="connsiteX3" fmla="*/ 271670 w 1630017"/>
              <a:gd name="connsiteY3" fmla="*/ 0 h 824948"/>
              <a:gd name="connsiteX4" fmla="*/ 679174 w 1630017"/>
              <a:gd name="connsiteY4" fmla="*/ 0 h 824948"/>
              <a:gd name="connsiteX5" fmla="*/ 1492523 w 1630017"/>
              <a:gd name="connsiteY5" fmla="*/ 0 h 824948"/>
              <a:gd name="connsiteX6" fmla="*/ 1630017 w 1630017"/>
              <a:gd name="connsiteY6" fmla="*/ 137494 h 824948"/>
              <a:gd name="connsiteX7" fmla="*/ 1630017 w 1630017"/>
              <a:gd name="connsiteY7" fmla="*/ 481220 h 824948"/>
              <a:gd name="connsiteX8" fmla="*/ 1630017 w 1630017"/>
              <a:gd name="connsiteY8" fmla="*/ 481220 h 824948"/>
              <a:gd name="connsiteX9" fmla="*/ 1630017 w 1630017"/>
              <a:gd name="connsiteY9" fmla="*/ 687457 h 824948"/>
              <a:gd name="connsiteX10" fmla="*/ 1630017 w 1630017"/>
              <a:gd name="connsiteY10" fmla="*/ 687454 h 824948"/>
              <a:gd name="connsiteX11" fmla="*/ 1492523 w 1630017"/>
              <a:gd name="connsiteY11" fmla="*/ 824948 h 824948"/>
              <a:gd name="connsiteX12" fmla="*/ 679174 w 1630017"/>
              <a:gd name="connsiteY12" fmla="*/ 824948 h 824948"/>
              <a:gd name="connsiteX13" fmla="*/ 475427 w 1630017"/>
              <a:gd name="connsiteY13" fmla="*/ 928067 h 824948"/>
              <a:gd name="connsiteX14" fmla="*/ 271670 w 1630017"/>
              <a:gd name="connsiteY14" fmla="*/ 824948 h 824948"/>
              <a:gd name="connsiteX15" fmla="*/ 137494 w 1630017"/>
              <a:gd name="connsiteY15" fmla="*/ 824948 h 824948"/>
              <a:gd name="connsiteX16" fmla="*/ 0 w 1630017"/>
              <a:gd name="connsiteY16" fmla="*/ 687454 h 824948"/>
              <a:gd name="connsiteX17" fmla="*/ 0 w 1630017"/>
              <a:gd name="connsiteY17" fmla="*/ 687457 h 824948"/>
              <a:gd name="connsiteX18" fmla="*/ 0 w 1630017"/>
              <a:gd name="connsiteY18" fmla="*/ 481220 h 824948"/>
              <a:gd name="connsiteX19" fmla="*/ 0 w 1630017"/>
              <a:gd name="connsiteY19" fmla="*/ 481220 h 824948"/>
              <a:gd name="connsiteX20" fmla="*/ 0 w 1630017"/>
              <a:gd name="connsiteY20" fmla="*/ 137494 h 824948"/>
              <a:gd name="connsiteX0" fmla="*/ 0 w 1798982"/>
              <a:gd name="connsiteY0" fmla="*/ 137494 h 928067"/>
              <a:gd name="connsiteX1" fmla="*/ 137494 w 1798982"/>
              <a:gd name="connsiteY1" fmla="*/ 0 h 928067"/>
              <a:gd name="connsiteX2" fmla="*/ 271670 w 1798982"/>
              <a:gd name="connsiteY2" fmla="*/ 0 h 928067"/>
              <a:gd name="connsiteX3" fmla="*/ 271670 w 1798982"/>
              <a:gd name="connsiteY3" fmla="*/ 0 h 928067"/>
              <a:gd name="connsiteX4" fmla="*/ 679174 w 1798982"/>
              <a:gd name="connsiteY4" fmla="*/ 0 h 928067"/>
              <a:gd name="connsiteX5" fmla="*/ 1492523 w 1798982"/>
              <a:gd name="connsiteY5" fmla="*/ 0 h 928067"/>
              <a:gd name="connsiteX6" fmla="*/ 1630017 w 1798982"/>
              <a:gd name="connsiteY6" fmla="*/ 137494 h 928067"/>
              <a:gd name="connsiteX7" fmla="*/ 1630017 w 1798982"/>
              <a:gd name="connsiteY7" fmla="*/ 481220 h 928067"/>
              <a:gd name="connsiteX8" fmla="*/ 1798982 w 1798982"/>
              <a:gd name="connsiteY8" fmla="*/ 451403 h 928067"/>
              <a:gd name="connsiteX9" fmla="*/ 1630017 w 1798982"/>
              <a:gd name="connsiteY9" fmla="*/ 687457 h 928067"/>
              <a:gd name="connsiteX10" fmla="*/ 1630017 w 1798982"/>
              <a:gd name="connsiteY10" fmla="*/ 687454 h 928067"/>
              <a:gd name="connsiteX11" fmla="*/ 1492523 w 1798982"/>
              <a:gd name="connsiteY11" fmla="*/ 824948 h 928067"/>
              <a:gd name="connsiteX12" fmla="*/ 679174 w 1798982"/>
              <a:gd name="connsiteY12" fmla="*/ 824948 h 928067"/>
              <a:gd name="connsiteX13" fmla="*/ 475427 w 1798982"/>
              <a:gd name="connsiteY13" fmla="*/ 928067 h 928067"/>
              <a:gd name="connsiteX14" fmla="*/ 271670 w 1798982"/>
              <a:gd name="connsiteY14" fmla="*/ 824948 h 928067"/>
              <a:gd name="connsiteX15" fmla="*/ 137494 w 1798982"/>
              <a:gd name="connsiteY15" fmla="*/ 824948 h 928067"/>
              <a:gd name="connsiteX16" fmla="*/ 0 w 1798982"/>
              <a:gd name="connsiteY16" fmla="*/ 687454 h 928067"/>
              <a:gd name="connsiteX17" fmla="*/ 0 w 1798982"/>
              <a:gd name="connsiteY17" fmla="*/ 687457 h 928067"/>
              <a:gd name="connsiteX18" fmla="*/ 0 w 1798982"/>
              <a:gd name="connsiteY18" fmla="*/ 481220 h 928067"/>
              <a:gd name="connsiteX19" fmla="*/ 0 w 1798982"/>
              <a:gd name="connsiteY19" fmla="*/ 481220 h 928067"/>
              <a:gd name="connsiteX20" fmla="*/ 0 w 1798982"/>
              <a:gd name="connsiteY20" fmla="*/ 137494 h 928067"/>
              <a:gd name="connsiteX0" fmla="*/ 0 w 1798982"/>
              <a:gd name="connsiteY0" fmla="*/ 137494 h 848554"/>
              <a:gd name="connsiteX1" fmla="*/ 137494 w 1798982"/>
              <a:gd name="connsiteY1" fmla="*/ 0 h 848554"/>
              <a:gd name="connsiteX2" fmla="*/ 271670 w 1798982"/>
              <a:gd name="connsiteY2" fmla="*/ 0 h 848554"/>
              <a:gd name="connsiteX3" fmla="*/ 271670 w 1798982"/>
              <a:gd name="connsiteY3" fmla="*/ 0 h 848554"/>
              <a:gd name="connsiteX4" fmla="*/ 679174 w 1798982"/>
              <a:gd name="connsiteY4" fmla="*/ 0 h 848554"/>
              <a:gd name="connsiteX5" fmla="*/ 1492523 w 1798982"/>
              <a:gd name="connsiteY5" fmla="*/ 0 h 848554"/>
              <a:gd name="connsiteX6" fmla="*/ 1630017 w 1798982"/>
              <a:gd name="connsiteY6" fmla="*/ 137494 h 848554"/>
              <a:gd name="connsiteX7" fmla="*/ 1630017 w 1798982"/>
              <a:gd name="connsiteY7" fmla="*/ 481220 h 848554"/>
              <a:gd name="connsiteX8" fmla="*/ 1798982 w 1798982"/>
              <a:gd name="connsiteY8" fmla="*/ 451403 h 848554"/>
              <a:gd name="connsiteX9" fmla="*/ 1630017 w 1798982"/>
              <a:gd name="connsiteY9" fmla="*/ 687457 h 848554"/>
              <a:gd name="connsiteX10" fmla="*/ 1630017 w 1798982"/>
              <a:gd name="connsiteY10" fmla="*/ 687454 h 848554"/>
              <a:gd name="connsiteX11" fmla="*/ 1492523 w 1798982"/>
              <a:gd name="connsiteY11" fmla="*/ 824948 h 848554"/>
              <a:gd name="connsiteX12" fmla="*/ 679174 w 1798982"/>
              <a:gd name="connsiteY12" fmla="*/ 824948 h 848554"/>
              <a:gd name="connsiteX13" fmla="*/ 455549 w 1798982"/>
              <a:gd name="connsiteY13" fmla="*/ 848554 h 848554"/>
              <a:gd name="connsiteX14" fmla="*/ 271670 w 1798982"/>
              <a:gd name="connsiteY14" fmla="*/ 824948 h 848554"/>
              <a:gd name="connsiteX15" fmla="*/ 137494 w 1798982"/>
              <a:gd name="connsiteY15" fmla="*/ 824948 h 848554"/>
              <a:gd name="connsiteX16" fmla="*/ 0 w 1798982"/>
              <a:gd name="connsiteY16" fmla="*/ 687454 h 848554"/>
              <a:gd name="connsiteX17" fmla="*/ 0 w 1798982"/>
              <a:gd name="connsiteY17" fmla="*/ 687457 h 848554"/>
              <a:gd name="connsiteX18" fmla="*/ 0 w 1798982"/>
              <a:gd name="connsiteY18" fmla="*/ 481220 h 848554"/>
              <a:gd name="connsiteX19" fmla="*/ 0 w 1798982"/>
              <a:gd name="connsiteY19" fmla="*/ 481220 h 848554"/>
              <a:gd name="connsiteX20" fmla="*/ 0 w 1798982"/>
              <a:gd name="connsiteY20" fmla="*/ 137494 h 848554"/>
              <a:gd name="connsiteX0" fmla="*/ 0 w 1798982"/>
              <a:gd name="connsiteY0" fmla="*/ 137494 h 824948"/>
              <a:gd name="connsiteX1" fmla="*/ 137494 w 1798982"/>
              <a:gd name="connsiteY1" fmla="*/ 0 h 824948"/>
              <a:gd name="connsiteX2" fmla="*/ 271670 w 1798982"/>
              <a:gd name="connsiteY2" fmla="*/ 0 h 824948"/>
              <a:gd name="connsiteX3" fmla="*/ 271670 w 1798982"/>
              <a:gd name="connsiteY3" fmla="*/ 0 h 824948"/>
              <a:gd name="connsiteX4" fmla="*/ 679174 w 1798982"/>
              <a:gd name="connsiteY4" fmla="*/ 0 h 824948"/>
              <a:gd name="connsiteX5" fmla="*/ 1492523 w 1798982"/>
              <a:gd name="connsiteY5" fmla="*/ 0 h 824948"/>
              <a:gd name="connsiteX6" fmla="*/ 1630017 w 1798982"/>
              <a:gd name="connsiteY6" fmla="*/ 137494 h 824948"/>
              <a:gd name="connsiteX7" fmla="*/ 1630017 w 1798982"/>
              <a:gd name="connsiteY7" fmla="*/ 481220 h 824948"/>
              <a:gd name="connsiteX8" fmla="*/ 1798982 w 1798982"/>
              <a:gd name="connsiteY8" fmla="*/ 451403 h 824948"/>
              <a:gd name="connsiteX9" fmla="*/ 1630017 w 1798982"/>
              <a:gd name="connsiteY9" fmla="*/ 687457 h 824948"/>
              <a:gd name="connsiteX10" fmla="*/ 1630017 w 1798982"/>
              <a:gd name="connsiteY10" fmla="*/ 687454 h 824948"/>
              <a:gd name="connsiteX11" fmla="*/ 1492523 w 1798982"/>
              <a:gd name="connsiteY11" fmla="*/ 824948 h 824948"/>
              <a:gd name="connsiteX12" fmla="*/ 679174 w 1798982"/>
              <a:gd name="connsiteY12" fmla="*/ 824948 h 824948"/>
              <a:gd name="connsiteX13" fmla="*/ 455549 w 1798982"/>
              <a:gd name="connsiteY13" fmla="*/ 808798 h 824948"/>
              <a:gd name="connsiteX14" fmla="*/ 271670 w 1798982"/>
              <a:gd name="connsiteY14" fmla="*/ 824948 h 824948"/>
              <a:gd name="connsiteX15" fmla="*/ 137494 w 1798982"/>
              <a:gd name="connsiteY15" fmla="*/ 824948 h 824948"/>
              <a:gd name="connsiteX16" fmla="*/ 0 w 1798982"/>
              <a:gd name="connsiteY16" fmla="*/ 687454 h 824948"/>
              <a:gd name="connsiteX17" fmla="*/ 0 w 1798982"/>
              <a:gd name="connsiteY17" fmla="*/ 687457 h 824948"/>
              <a:gd name="connsiteX18" fmla="*/ 0 w 1798982"/>
              <a:gd name="connsiteY18" fmla="*/ 481220 h 824948"/>
              <a:gd name="connsiteX19" fmla="*/ 0 w 1798982"/>
              <a:gd name="connsiteY19" fmla="*/ 481220 h 824948"/>
              <a:gd name="connsiteX20" fmla="*/ 0 w 1798982"/>
              <a:gd name="connsiteY20" fmla="*/ 137494 h 824948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455549 w 1798983"/>
              <a:gd name="connsiteY13" fmla="*/ 808798 h 824948"/>
              <a:gd name="connsiteX14" fmla="*/ 271670 w 1798983"/>
              <a:gd name="connsiteY14" fmla="*/ 824948 h 824948"/>
              <a:gd name="connsiteX15" fmla="*/ 137494 w 1798983"/>
              <a:gd name="connsiteY15" fmla="*/ 824948 h 824948"/>
              <a:gd name="connsiteX16" fmla="*/ 0 w 1798983"/>
              <a:gd name="connsiteY16" fmla="*/ 687454 h 824948"/>
              <a:gd name="connsiteX17" fmla="*/ 0 w 1798983"/>
              <a:gd name="connsiteY17" fmla="*/ 687457 h 824948"/>
              <a:gd name="connsiteX18" fmla="*/ 0 w 1798983"/>
              <a:gd name="connsiteY18" fmla="*/ 481220 h 824948"/>
              <a:gd name="connsiteX19" fmla="*/ 0 w 1798983"/>
              <a:gd name="connsiteY19" fmla="*/ 481220 h 824948"/>
              <a:gd name="connsiteX20" fmla="*/ 0 w 1798983"/>
              <a:gd name="connsiteY20" fmla="*/ 137494 h 824948"/>
              <a:gd name="connsiteX0" fmla="*/ 0 w 1798983"/>
              <a:gd name="connsiteY0" fmla="*/ 137494 h 838615"/>
              <a:gd name="connsiteX1" fmla="*/ 137494 w 1798983"/>
              <a:gd name="connsiteY1" fmla="*/ 0 h 838615"/>
              <a:gd name="connsiteX2" fmla="*/ 271670 w 1798983"/>
              <a:gd name="connsiteY2" fmla="*/ 0 h 838615"/>
              <a:gd name="connsiteX3" fmla="*/ 271670 w 1798983"/>
              <a:gd name="connsiteY3" fmla="*/ 0 h 838615"/>
              <a:gd name="connsiteX4" fmla="*/ 679174 w 1798983"/>
              <a:gd name="connsiteY4" fmla="*/ 0 h 838615"/>
              <a:gd name="connsiteX5" fmla="*/ 1492523 w 1798983"/>
              <a:gd name="connsiteY5" fmla="*/ 0 h 838615"/>
              <a:gd name="connsiteX6" fmla="*/ 1630017 w 1798983"/>
              <a:gd name="connsiteY6" fmla="*/ 137494 h 838615"/>
              <a:gd name="connsiteX7" fmla="*/ 1798983 w 1798983"/>
              <a:gd name="connsiteY7" fmla="*/ 401707 h 838615"/>
              <a:gd name="connsiteX8" fmla="*/ 1798982 w 1798983"/>
              <a:gd name="connsiteY8" fmla="*/ 451403 h 838615"/>
              <a:gd name="connsiteX9" fmla="*/ 1630017 w 1798983"/>
              <a:gd name="connsiteY9" fmla="*/ 687457 h 838615"/>
              <a:gd name="connsiteX10" fmla="*/ 1630017 w 1798983"/>
              <a:gd name="connsiteY10" fmla="*/ 687454 h 838615"/>
              <a:gd name="connsiteX11" fmla="*/ 1492523 w 1798983"/>
              <a:gd name="connsiteY11" fmla="*/ 824948 h 838615"/>
              <a:gd name="connsiteX12" fmla="*/ 679174 w 1798983"/>
              <a:gd name="connsiteY12" fmla="*/ 824948 h 838615"/>
              <a:gd name="connsiteX13" fmla="*/ 445610 w 1798983"/>
              <a:gd name="connsiteY13" fmla="*/ 838615 h 838615"/>
              <a:gd name="connsiteX14" fmla="*/ 271670 w 1798983"/>
              <a:gd name="connsiteY14" fmla="*/ 824948 h 838615"/>
              <a:gd name="connsiteX15" fmla="*/ 137494 w 1798983"/>
              <a:gd name="connsiteY15" fmla="*/ 824948 h 838615"/>
              <a:gd name="connsiteX16" fmla="*/ 0 w 1798983"/>
              <a:gd name="connsiteY16" fmla="*/ 687454 h 838615"/>
              <a:gd name="connsiteX17" fmla="*/ 0 w 1798983"/>
              <a:gd name="connsiteY17" fmla="*/ 687457 h 838615"/>
              <a:gd name="connsiteX18" fmla="*/ 0 w 1798983"/>
              <a:gd name="connsiteY18" fmla="*/ 481220 h 838615"/>
              <a:gd name="connsiteX19" fmla="*/ 0 w 1798983"/>
              <a:gd name="connsiteY19" fmla="*/ 481220 h 838615"/>
              <a:gd name="connsiteX20" fmla="*/ 0 w 1798983"/>
              <a:gd name="connsiteY20" fmla="*/ 137494 h 838615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271670 w 1798983"/>
              <a:gd name="connsiteY13" fmla="*/ 824948 h 824948"/>
              <a:gd name="connsiteX14" fmla="*/ 137494 w 1798983"/>
              <a:gd name="connsiteY14" fmla="*/ 824948 h 824948"/>
              <a:gd name="connsiteX15" fmla="*/ 0 w 1798983"/>
              <a:gd name="connsiteY15" fmla="*/ 687454 h 824948"/>
              <a:gd name="connsiteX16" fmla="*/ 0 w 1798983"/>
              <a:gd name="connsiteY16" fmla="*/ 687457 h 824948"/>
              <a:gd name="connsiteX17" fmla="*/ 0 w 1798983"/>
              <a:gd name="connsiteY17" fmla="*/ 481220 h 824948"/>
              <a:gd name="connsiteX18" fmla="*/ 0 w 1798983"/>
              <a:gd name="connsiteY18" fmla="*/ 481220 h 824948"/>
              <a:gd name="connsiteX19" fmla="*/ 0 w 1798983"/>
              <a:gd name="connsiteY19" fmla="*/ 137494 h 824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98983" h="824948">
                <a:moveTo>
                  <a:pt x="0" y="137494"/>
                </a:moveTo>
                <a:cubicBezTo>
                  <a:pt x="0" y="61558"/>
                  <a:pt x="61558" y="0"/>
                  <a:pt x="137494" y="0"/>
                </a:cubicBezTo>
                <a:lnTo>
                  <a:pt x="271670" y="0"/>
                </a:lnTo>
                <a:lnTo>
                  <a:pt x="271670" y="0"/>
                </a:lnTo>
                <a:lnTo>
                  <a:pt x="679174" y="0"/>
                </a:lnTo>
                <a:lnTo>
                  <a:pt x="1492523" y="0"/>
                </a:lnTo>
                <a:cubicBezTo>
                  <a:pt x="1568459" y="0"/>
                  <a:pt x="1630017" y="61558"/>
                  <a:pt x="1630017" y="137494"/>
                </a:cubicBezTo>
                <a:lnTo>
                  <a:pt x="1798983" y="401707"/>
                </a:lnTo>
                <a:cubicBezTo>
                  <a:pt x="1798983" y="418272"/>
                  <a:pt x="1798982" y="434838"/>
                  <a:pt x="1798982" y="451403"/>
                </a:cubicBezTo>
                <a:lnTo>
                  <a:pt x="1630017" y="687457"/>
                </a:lnTo>
                <a:lnTo>
                  <a:pt x="1630017" y="687454"/>
                </a:lnTo>
                <a:cubicBezTo>
                  <a:pt x="1630017" y="763390"/>
                  <a:pt x="1568459" y="824948"/>
                  <a:pt x="1492523" y="824948"/>
                </a:cubicBezTo>
                <a:lnTo>
                  <a:pt x="679174" y="824948"/>
                </a:lnTo>
                <a:lnTo>
                  <a:pt x="271670" y="824948"/>
                </a:lnTo>
                <a:lnTo>
                  <a:pt x="137494" y="824948"/>
                </a:lnTo>
                <a:cubicBezTo>
                  <a:pt x="61558" y="824948"/>
                  <a:pt x="0" y="763390"/>
                  <a:pt x="0" y="687454"/>
                </a:cubicBezTo>
                <a:lnTo>
                  <a:pt x="0" y="687457"/>
                </a:lnTo>
                <a:lnTo>
                  <a:pt x="0" y="481220"/>
                </a:lnTo>
                <a:lnTo>
                  <a:pt x="0" y="481220"/>
                </a:lnTo>
                <a:lnTo>
                  <a:pt x="0" y="137494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9067291" y="4179725"/>
            <a:ext cx="2053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思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源黑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体 </a:t>
            </a:r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medium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4" name="圆角矩形标注 5"/>
          <p:cNvSpPr/>
          <p:nvPr/>
        </p:nvSpPr>
        <p:spPr>
          <a:xfrm>
            <a:off x="2784141" y="5611523"/>
            <a:ext cx="2495398" cy="785191"/>
          </a:xfrm>
          <a:custGeom>
            <a:avLst/>
            <a:gdLst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1176367 w 4033211"/>
              <a:gd name="connsiteY13" fmla="*/ 883340 h 785191"/>
              <a:gd name="connsiteX14" fmla="*/ 672202 w 4033211"/>
              <a:gd name="connsiteY14" fmla="*/ 785191 h 785191"/>
              <a:gd name="connsiteX15" fmla="*/ 130868 w 4033211"/>
              <a:gd name="connsiteY15" fmla="*/ 785191 h 785191"/>
              <a:gd name="connsiteX16" fmla="*/ 0 w 4033211"/>
              <a:gd name="connsiteY16" fmla="*/ 654323 h 785191"/>
              <a:gd name="connsiteX17" fmla="*/ 0 w 4033211"/>
              <a:gd name="connsiteY17" fmla="*/ 654326 h 785191"/>
              <a:gd name="connsiteX18" fmla="*/ 0 w 4033211"/>
              <a:gd name="connsiteY18" fmla="*/ 458028 h 785191"/>
              <a:gd name="connsiteX19" fmla="*/ 0 w 4033211"/>
              <a:gd name="connsiteY19" fmla="*/ 458028 h 785191"/>
              <a:gd name="connsiteX20" fmla="*/ 0 w 4033211"/>
              <a:gd name="connsiteY20" fmla="*/ 130868 h 785191"/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672202 w 4033211"/>
              <a:gd name="connsiteY13" fmla="*/ 785191 h 785191"/>
              <a:gd name="connsiteX14" fmla="*/ 130868 w 4033211"/>
              <a:gd name="connsiteY14" fmla="*/ 785191 h 785191"/>
              <a:gd name="connsiteX15" fmla="*/ 0 w 4033211"/>
              <a:gd name="connsiteY15" fmla="*/ 654323 h 785191"/>
              <a:gd name="connsiteX16" fmla="*/ 0 w 4033211"/>
              <a:gd name="connsiteY16" fmla="*/ 654326 h 785191"/>
              <a:gd name="connsiteX17" fmla="*/ 0 w 4033211"/>
              <a:gd name="connsiteY17" fmla="*/ 458028 h 785191"/>
              <a:gd name="connsiteX18" fmla="*/ 0 w 4033211"/>
              <a:gd name="connsiteY18" fmla="*/ 458028 h 785191"/>
              <a:gd name="connsiteX19" fmla="*/ 0 w 4033211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268357 w 4301568"/>
              <a:gd name="connsiteY17" fmla="*/ 458028 h 785191"/>
              <a:gd name="connsiteX18" fmla="*/ 0 w 4301568"/>
              <a:gd name="connsiteY18" fmla="*/ 378515 h 785191"/>
              <a:gd name="connsiteX19" fmla="*/ 268357 w 4301568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0 w 4301568"/>
              <a:gd name="connsiteY17" fmla="*/ 378515 h 785191"/>
              <a:gd name="connsiteX18" fmla="*/ 268357 w 4301568"/>
              <a:gd name="connsiteY18" fmla="*/ 130868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01568" h="785191">
                <a:moveTo>
                  <a:pt x="268357" y="130868"/>
                </a:moveTo>
                <a:cubicBezTo>
                  <a:pt x="268357" y="58592"/>
                  <a:pt x="326949" y="0"/>
                  <a:pt x="399225" y="0"/>
                </a:cubicBezTo>
                <a:lnTo>
                  <a:pt x="940559" y="0"/>
                </a:lnTo>
                <a:lnTo>
                  <a:pt x="940559" y="0"/>
                </a:lnTo>
                <a:lnTo>
                  <a:pt x="1948862" y="0"/>
                </a:lnTo>
                <a:lnTo>
                  <a:pt x="4170700" y="0"/>
                </a:lnTo>
                <a:cubicBezTo>
                  <a:pt x="4242976" y="0"/>
                  <a:pt x="4301568" y="58592"/>
                  <a:pt x="4301568" y="130868"/>
                </a:cubicBezTo>
                <a:lnTo>
                  <a:pt x="4301568" y="458028"/>
                </a:lnTo>
                <a:lnTo>
                  <a:pt x="4301568" y="458028"/>
                </a:lnTo>
                <a:lnTo>
                  <a:pt x="4301568" y="654326"/>
                </a:lnTo>
                <a:lnTo>
                  <a:pt x="4301568" y="654323"/>
                </a:lnTo>
                <a:cubicBezTo>
                  <a:pt x="4301568" y="726599"/>
                  <a:pt x="4242976" y="785191"/>
                  <a:pt x="4170700" y="785191"/>
                </a:cubicBezTo>
                <a:lnTo>
                  <a:pt x="1948862" y="785191"/>
                </a:lnTo>
                <a:lnTo>
                  <a:pt x="940559" y="785191"/>
                </a:lnTo>
                <a:lnTo>
                  <a:pt x="399225" y="785191"/>
                </a:lnTo>
                <a:cubicBezTo>
                  <a:pt x="326949" y="785191"/>
                  <a:pt x="268357" y="726599"/>
                  <a:pt x="268357" y="654323"/>
                </a:cubicBezTo>
                <a:lnTo>
                  <a:pt x="268357" y="654326"/>
                </a:lnTo>
                <a:lnTo>
                  <a:pt x="0" y="378515"/>
                </a:lnTo>
                <a:lnTo>
                  <a:pt x="268357" y="130868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256973" y="5800220"/>
            <a:ext cx="1823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辅助图形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不改动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标注 31"/>
          <p:cNvSpPr/>
          <p:nvPr/>
        </p:nvSpPr>
        <p:spPr>
          <a:xfrm>
            <a:off x="1137128" y="1242391"/>
            <a:ext cx="5775985" cy="616226"/>
          </a:xfrm>
          <a:prstGeom prst="wedgeRoundRect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5028" y="234565"/>
            <a:ext cx="2161540" cy="37909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>
            <a:off x="2638165" y="426626"/>
            <a:ext cx="10999814" cy="0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92511" y="2433185"/>
            <a:ext cx="113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004EA2"/>
                </a:solidFill>
                <a:latin typeface="思源黑体 CN Medium" pitchFamily="34" charset="-122"/>
                <a:ea typeface="思源黑体 CN Medium" pitchFamily="34" charset="-122"/>
              </a:rPr>
              <a:t>目 录</a:t>
            </a:r>
            <a:endParaRPr lang="zh-CN" altLang="en-US" sz="3200" b="1" dirty="0">
              <a:solidFill>
                <a:srgbClr val="004EA2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12020" y="2534503"/>
            <a:ext cx="25635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思源黑体 CN Bold" pitchFamily="34" charset="-122"/>
                <a:ea typeface="思源黑体 CN Bold" pitchFamily="34" charset="-122"/>
              </a:rPr>
              <a:t>01 / </a:t>
            </a:r>
            <a:r>
              <a:rPr lang="zh-CN" altLang="en-US" b="1" dirty="0" smtClean="0">
                <a:latin typeface="思源黑体 CN Bold" pitchFamily="34" charset="-122"/>
                <a:ea typeface="思源黑体 CN Bold" pitchFamily="34" charset="-122"/>
              </a:rPr>
              <a:t>垃</a:t>
            </a:r>
            <a:r>
              <a:rPr lang="zh-CN" altLang="en-US" b="1" dirty="0">
                <a:latin typeface="思源黑体 CN Bold" pitchFamily="34" charset="-122"/>
                <a:ea typeface="思源黑体 CN Bold" pitchFamily="34" charset="-122"/>
              </a:rPr>
              <a:t>圾分类推</a:t>
            </a:r>
            <a:r>
              <a:rPr lang="zh-CN" altLang="en-US" b="1" dirty="0" smtClean="0">
                <a:latin typeface="思源黑体 CN Bold" pitchFamily="34" charset="-122"/>
                <a:ea typeface="思源黑体 CN Bold" pitchFamily="34" charset="-122"/>
              </a:rPr>
              <a:t>进过程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812020" y="3004484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812020" y="3166784"/>
            <a:ext cx="2794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思源黑体 CN Bold" pitchFamily="34" charset="-122"/>
                <a:ea typeface="思源黑体 CN Bold" pitchFamily="34" charset="-122"/>
              </a:rPr>
              <a:t>02 / </a:t>
            </a:r>
            <a:r>
              <a:rPr lang="zh-CN" altLang="en-US" b="1" dirty="0" smtClean="0">
                <a:latin typeface="思源黑体 CN Bold" pitchFamily="34" charset="-122"/>
                <a:ea typeface="思源黑体 CN Bold" pitchFamily="34" charset="-122"/>
              </a:rPr>
              <a:t>垃</a:t>
            </a:r>
            <a:r>
              <a:rPr lang="zh-CN" altLang="en-US" b="1" dirty="0">
                <a:latin typeface="思源黑体 CN Bold" pitchFamily="34" charset="-122"/>
                <a:ea typeface="思源黑体 CN Bold" pitchFamily="34" charset="-122"/>
              </a:rPr>
              <a:t>圾分</a:t>
            </a:r>
            <a:r>
              <a:rPr lang="zh-CN" altLang="en-US" b="1" dirty="0" smtClean="0">
                <a:latin typeface="思源黑体 CN Bold" pitchFamily="34" charset="-122"/>
                <a:ea typeface="思源黑体 CN Bold" pitchFamily="34" charset="-122"/>
              </a:rPr>
              <a:t>类实施总规划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812020" y="3636765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812020" y="3824496"/>
            <a:ext cx="2401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思源黑体 CN Bold" pitchFamily="34" charset="-122"/>
                <a:ea typeface="思源黑体 CN Bold" pitchFamily="34" charset="-122"/>
              </a:rPr>
              <a:t>03</a:t>
            </a:r>
            <a:r>
              <a:rPr lang="en-US" altLang="zh-CN" b="1" dirty="0">
                <a:latin typeface="思源黑体 CN Bold" pitchFamily="34" charset="-122"/>
                <a:ea typeface="思源黑体 CN Bold" pitchFamily="34" charset="-122"/>
              </a:rPr>
              <a:t> </a:t>
            </a:r>
            <a:r>
              <a:rPr lang="en-US" altLang="zh-CN" b="1" dirty="0" smtClean="0">
                <a:latin typeface="思源黑体 CN Bold" pitchFamily="34" charset="-122"/>
                <a:ea typeface="思源黑体 CN Bold" pitchFamily="34" charset="-122"/>
              </a:rPr>
              <a:t>/ </a:t>
            </a:r>
            <a:r>
              <a:rPr lang="zh-CN" altLang="en-US" b="1" dirty="0" smtClean="0">
                <a:latin typeface="思源黑体 CN Bold" pitchFamily="34" charset="-122"/>
                <a:ea typeface="思源黑体 CN Bold" pitchFamily="34" charset="-122"/>
              </a:rPr>
              <a:t>学校已开展工作</a:t>
            </a:r>
            <a:r>
              <a:rPr lang="en-US" altLang="zh-CN" b="1" dirty="0" smtClean="0">
                <a:latin typeface="思源黑体 CN Bold" pitchFamily="34" charset="-122"/>
                <a:ea typeface="思源黑体 CN Bold" pitchFamily="34" charset="-122"/>
              </a:rPr>
              <a:t> 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3812020" y="4294477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812020" y="4454502"/>
            <a:ext cx="2794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思源黑体 CN Bold" pitchFamily="34" charset="-122"/>
                <a:ea typeface="思源黑体 CN Bold" pitchFamily="34" charset="-122"/>
              </a:rPr>
              <a:t>04 / </a:t>
            </a:r>
            <a:r>
              <a:rPr lang="zh-CN" altLang="en-US" b="1" dirty="0" smtClean="0">
                <a:latin typeface="思源黑体 CN Bold" pitchFamily="34" charset="-122"/>
                <a:ea typeface="思源黑体 CN Bold" pitchFamily="34" charset="-122"/>
              </a:rPr>
              <a:t>垃圾分类投放的标准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3812020" y="4924483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812019" y="5081485"/>
            <a:ext cx="2101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latin typeface="思源黑体 CN Bold" pitchFamily="34" charset="-122"/>
                <a:ea typeface="思源黑体 CN Bold" pitchFamily="34" charset="-122"/>
              </a:rPr>
              <a:t>05 / </a:t>
            </a:r>
            <a:r>
              <a:rPr lang="zh-CN" altLang="en-US" b="1" dirty="0" smtClean="0">
                <a:latin typeface="思源黑体 CN Bold" pitchFamily="34" charset="-122"/>
                <a:ea typeface="思源黑体 CN Bold" pitchFamily="34" charset="-122"/>
              </a:rPr>
              <a:t>宿舍垃圾分类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3812019" y="5551466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等腰三角形 22"/>
          <p:cNvSpPr/>
          <p:nvPr/>
        </p:nvSpPr>
        <p:spPr>
          <a:xfrm rot="5400000">
            <a:off x="1303823" y="2544365"/>
            <a:ext cx="374286" cy="322660"/>
          </a:xfrm>
          <a:prstGeom prst="triangle">
            <a:avLst/>
          </a:prstGeom>
          <a:solidFill>
            <a:srgbClr val="004EA2"/>
          </a:solidFill>
          <a:ln>
            <a:solidFill>
              <a:srgbClr val="004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28" name="圆角矩形标注 14"/>
          <p:cNvSpPr/>
          <p:nvPr/>
        </p:nvSpPr>
        <p:spPr>
          <a:xfrm>
            <a:off x="1359039" y="4924483"/>
            <a:ext cx="2313935" cy="824948"/>
          </a:xfrm>
          <a:custGeom>
            <a:avLst/>
            <a:gdLst>
              <a:gd name="connsiteX0" fmla="*/ 0 w 1630017"/>
              <a:gd name="connsiteY0" fmla="*/ 137494 h 824948"/>
              <a:gd name="connsiteX1" fmla="*/ 137494 w 1630017"/>
              <a:gd name="connsiteY1" fmla="*/ 0 h 824948"/>
              <a:gd name="connsiteX2" fmla="*/ 271670 w 1630017"/>
              <a:gd name="connsiteY2" fmla="*/ 0 h 824948"/>
              <a:gd name="connsiteX3" fmla="*/ 271670 w 1630017"/>
              <a:gd name="connsiteY3" fmla="*/ 0 h 824948"/>
              <a:gd name="connsiteX4" fmla="*/ 679174 w 1630017"/>
              <a:gd name="connsiteY4" fmla="*/ 0 h 824948"/>
              <a:gd name="connsiteX5" fmla="*/ 1492523 w 1630017"/>
              <a:gd name="connsiteY5" fmla="*/ 0 h 824948"/>
              <a:gd name="connsiteX6" fmla="*/ 1630017 w 1630017"/>
              <a:gd name="connsiteY6" fmla="*/ 137494 h 824948"/>
              <a:gd name="connsiteX7" fmla="*/ 1630017 w 1630017"/>
              <a:gd name="connsiteY7" fmla="*/ 481220 h 824948"/>
              <a:gd name="connsiteX8" fmla="*/ 1630017 w 1630017"/>
              <a:gd name="connsiteY8" fmla="*/ 481220 h 824948"/>
              <a:gd name="connsiteX9" fmla="*/ 1630017 w 1630017"/>
              <a:gd name="connsiteY9" fmla="*/ 687457 h 824948"/>
              <a:gd name="connsiteX10" fmla="*/ 1630017 w 1630017"/>
              <a:gd name="connsiteY10" fmla="*/ 687454 h 824948"/>
              <a:gd name="connsiteX11" fmla="*/ 1492523 w 1630017"/>
              <a:gd name="connsiteY11" fmla="*/ 824948 h 824948"/>
              <a:gd name="connsiteX12" fmla="*/ 679174 w 1630017"/>
              <a:gd name="connsiteY12" fmla="*/ 824948 h 824948"/>
              <a:gd name="connsiteX13" fmla="*/ 475427 w 1630017"/>
              <a:gd name="connsiteY13" fmla="*/ 928067 h 824948"/>
              <a:gd name="connsiteX14" fmla="*/ 271670 w 1630017"/>
              <a:gd name="connsiteY14" fmla="*/ 824948 h 824948"/>
              <a:gd name="connsiteX15" fmla="*/ 137494 w 1630017"/>
              <a:gd name="connsiteY15" fmla="*/ 824948 h 824948"/>
              <a:gd name="connsiteX16" fmla="*/ 0 w 1630017"/>
              <a:gd name="connsiteY16" fmla="*/ 687454 h 824948"/>
              <a:gd name="connsiteX17" fmla="*/ 0 w 1630017"/>
              <a:gd name="connsiteY17" fmla="*/ 687457 h 824948"/>
              <a:gd name="connsiteX18" fmla="*/ 0 w 1630017"/>
              <a:gd name="connsiteY18" fmla="*/ 481220 h 824948"/>
              <a:gd name="connsiteX19" fmla="*/ 0 w 1630017"/>
              <a:gd name="connsiteY19" fmla="*/ 481220 h 824948"/>
              <a:gd name="connsiteX20" fmla="*/ 0 w 1630017"/>
              <a:gd name="connsiteY20" fmla="*/ 137494 h 824948"/>
              <a:gd name="connsiteX0" fmla="*/ 0 w 1798982"/>
              <a:gd name="connsiteY0" fmla="*/ 137494 h 928067"/>
              <a:gd name="connsiteX1" fmla="*/ 137494 w 1798982"/>
              <a:gd name="connsiteY1" fmla="*/ 0 h 928067"/>
              <a:gd name="connsiteX2" fmla="*/ 271670 w 1798982"/>
              <a:gd name="connsiteY2" fmla="*/ 0 h 928067"/>
              <a:gd name="connsiteX3" fmla="*/ 271670 w 1798982"/>
              <a:gd name="connsiteY3" fmla="*/ 0 h 928067"/>
              <a:gd name="connsiteX4" fmla="*/ 679174 w 1798982"/>
              <a:gd name="connsiteY4" fmla="*/ 0 h 928067"/>
              <a:gd name="connsiteX5" fmla="*/ 1492523 w 1798982"/>
              <a:gd name="connsiteY5" fmla="*/ 0 h 928067"/>
              <a:gd name="connsiteX6" fmla="*/ 1630017 w 1798982"/>
              <a:gd name="connsiteY6" fmla="*/ 137494 h 928067"/>
              <a:gd name="connsiteX7" fmla="*/ 1630017 w 1798982"/>
              <a:gd name="connsiteY7" fmla="*/ 481220 h 928067"/>
              <a:gd name="connsiteX8" fmla="*/ 1798982 w 1798982"/>
              <a:gd name="connsiteY8" fmla="*/ 451403 h 928067"/>
              <a:gd name="connsiteX9" fmla="*/ 1630017 w 1798982"/>
              <a:gd name="connsiteY9" fmla="*/ 687457 h 928067"/>
              <a:gd name="connsiteX10" fmla="*/ 1630017 w 1798982"/>
              <a:gd name="connsiteY10" fmla="*/ 687454 h 928067"/>
              <a:gd name="connsiteX11" fmla="*/ 1492523 w 1798982"/>
              <a:gd name="connsiteY11" fmla="*/ 824948 h 928067"/>
              <a:gd name="connsiteX12" fmla="*/ 679174 w 1798982"/>
              <a:gd name="connsiteY12" fmla="*/ 824948 h 928067"/>
              <a:gd name="connsiteX13" fmla="*/ 475427 w 1798982"/>
              <a:gd name="connsiteY13" fmla="*/ 928067 h 928067"/>
              <a:gd name="connsiteX14" fmla="*/ 271670 w 1798982"/>
              <a:gd name="connsiteY14" fmla="*/ 824948 h 928067"/>
              <a:gd name="connsiteX15" fmla="*/ 137494 w 1798982"/>
              <a:gd name="connsiteY15" fmla="*/ 824948 h 928067"/>
              <a:gd name="connsiteX16" fmla="*/ 0 w 1798982"/>
              <a:gd name="connsiteY16" fmla="*/ 687454 h 928067"/>
              <a:gd name="connsiteX17" fmla="*/ 0 w 1798982"/>
              <a:gd name="connsiteY17" fmla="*/ 687457 h 928067"/>
              <a:gd name="connsiteX18" fmla="*/ 0 w 1798982"/>
              <a:gd name="connsiteY18" fmla="*/ 481220 h 928067"/>
              <a:gd name="connsiteX19" fmla="*/ 0 w 1798982"/>
              <a:gd name="connsiteY19" fmla="*/ 481220 h 928067"/>
              <a:gd name="connsiteX20" fmla="*/ 0 w 1798982"/>
              <a:gd name="connsiteY20" fmla="*/ 137494 h 928067"/>
              <a:gd name="connsiteX0" fmla="*/ 0 w 1798982"/>
              <a:gd name="connsiteY0" fmla="*/ 137494 h 848554"/>
              <a:gd name="connsiteX1" fmla="*/ 137494 w 1798982"/>
              <a:gd name="connsiteY1" fmla="*/ 0 h 848554"/>
              <a:gd name="connsiteX2" fmla="*/ 271670 w 1798982"/>
              <a:gd name="connsiteY2" fmla="*/ 0 h 848554"/>
              <a:gd name="connsiteX3" fmla="*/ 271670 w 1798982"/>
              <a:gd name="connsiteY3" fmla="*/ 0 h 848554"/>
              <a:gd name="connsiteX4" fmla="*/ 679174 w 1798982"/>
              <a:gd name="connsiteY4" fmla="*/ 0 h 848554"/>
              <a:gd name="connsiteX5" fmla="*/ 1492523 w 1798982"/>
              <a:gd name="connsiteY5" fmla="*/ 0 h 848554"/>
              <a:gd name="connsiteX6" fmla="*/ 1630017 w 1798982"/>
              <a:gd name="connsiteY6" fmla="*/ 137494 h 848554"/>
              <a:gd name="connsiteX7" fmla="*/ 1630017 w 1798982"/>
              <a:gd name="connsiteY7" fmla="*/ 481220 h 848554"/>
              <a:gd name="connsiteX8" fmla="*/ 1798982 w 1798982"/>
              <a:gd name="connsiteY8" fmla="*/ 451403 h 848554"/>
              <a:gd name="connsiteX9" fmla="*/ 1630017 w 1798982"/>
              <a:gd name="connsiteY9" fmla="*/ 687457 h 848554"/>
              <a:gd name="connsiteX10" fmla="*/ 1630017 w 1798982"/>
              <a:gd name="connsiteY10" fmla="*/ 687454 h 848554"/>
              <a:gd name="connsiteX11" fmla="*/ 1492523 w 1798982"/>
              <a:gd name="connsiteY11" fmla="*/ 824948 h 848554"/>
              <a:gd name="connsiteX12" fmla="*/ 679174 w 1798982"/>
              <a:gd name="connsiteY12" fmla="*/ 824948 h 848554"/>
              <a:gd name="connsiteX13" fmla="*/ 455549 w 1798982"/>
              <a:gd name="connsiteY13" fmla="*/ 848554 h 848554"/>
              <a:gd name="connsiteX14" fmla="*/ 271670 w 1798982"/>
              <a:gd name="connsiteY14" fmla="*/ 824948 h 848554"/>
              <a:gd name="connsiteX15" fmla="*/ 137494 w 1798982"/>
              <a:gd name="connsiteY15" fmla="*/ 824948 h 848554"/>
              <a:gd name="connsiteX16" fmla="*/ 0 w 1798982"/>
              <a:gd name="connsiteY16" fmla="*/ 687454 h 848554"/>
              <a:gd name="connsiteX17" fmla="*/ 0 w 1798982"/>
              <a:gd name="connsiteY17" fmla="*/ 687457 h 848554"/>
              <a:gd name="connsiteX18" fmla="*/ 0 w 1798982"/>
              <a:gd name="connsiteY18" fmla="*/ 481220 h 848554"/>
              <a:gd name="connsiteX19" fmla="*/ 0 w 1798982"/>
              <a:gd name="connsiteY19" fmla="*/ 481220 h 848554"/>
              <a:gd name="connsiteX20" fmla="*/ 0 w 1798982"/>
              <a:gd name="connsiteY20" fmla="*/ 137494 h 848554"/>
              <a:gd name="connsiteX0" fmla="*/ 0 w 1798982"/>
              <a:gd name="connsiteY0" fmla="*/ 137494 h 824948"/>
              <a:gd name="connsiteX1" fmla="*/ 137494 w 1798982"/>
              <a:gd name="connsiteY1" fmla="*/ 0 h 824948"/>
              <a:gd name="connsiteX2" fmla="*/ 271670 w 1798982"/>
              <a:gd name="connsiteY2" fmla="*/ 0 h 824948"/>
              <a:gd name="connsiteX3" fmla="*/ 271670 w 1798982"/>
              <a:gd name="connsiteY3" fmla="*/ 0 h 824948"/>
              <a:gd name="connsiteX4" fmla="*/ 679174 w 1798982"/>
              <a:gd name="connsiteY4" fmla="*/ 0 h 824948"/>
              <a:gd name="connsiteX5" fmla="*/ 1492523 w 1798982"/>
              <a:gd name="connsiteY5" fmla="*/ 0 h 824948"/>
              <a:gd name="connsiteX6" fmla="*/ 1630017 w 1798982"/>
              <a:gd name="connsiteY6" fmla="*/ 137494 h 824948"/>
              <a:gd name="connsiteX7" fmla="*/ 1630017 w 1798982"/>
              <a:gd name="connsiteY7" fmla="*/ 481220 h 824948"/>
              <a:gd name="connsiteX8" fmla="*/ 1798982 w 1798982"/>
              <a:gd name="connsiteY8" fmla="*/ 451403 h 824948"/>
              <a:gd name="connsiteX9" fmla="*/ 1630017 w 1798982"/>
              <a:gd name="connsiteY9" fmla="*/ 687457 h 824948"/>
              <a:gd name="connsiteX10" fmla="*/ 1630017 w 1798982"/>
              <a:gd name="connsiteY10" fmla="*/ 687454 h 824948"/>
              <a:gd name="connsiteX11" fmla="*/ 1492523 w 1798982"/>
              <a:gd name="connsiteY11" fmla="*/ 824948 h 824948"/>
              <a:gd name="connsiteX12" fmla="*/ 679174 w 1798982"/>
              <a:gd name="connsiteY12" fmla="*/ 824948 h 824948"/>
              <a:gd name="connsiteX13" fmla="*/ 455549 w 1798982"/>
              <a:gd name="connsiteY13" fmla="*/ 808798 h 824948"/>
              <a:gd name="connsiteX14" fmla="*/ 271670 w 1798982"/>
              <a:gd name="connsiteY14" fmla="*/ 824948 h 824948"/>
              <a:gd name="connsiteX15" fmla="*/ 137494 w 1798982"/>
              <a:gd name="connsiteY15" fmla="*/ 824948 h 824948"/>
              <a:gd name="connsiteX16" fmla="*/ 0 w 1798982"/>
              <a:gd name="connsiteY16" fmla="*/ 687454 h 824948"/>
              <a:gd name="connsiteX17" fmla="*/ 0 w 1798982"/>
              <a:gd name="connsiteY17" fmla="*/ 687457 h 824948"/>
              <a:gd name="connsiteX18" fmla="*/ 0 w 1798982"/>
              <a:gd name="connsiteY18" fmla="*/ 481220 h 824948"/>
              <a:gd name="connsiteX19" fmla="*/ 0 w 1798982"/>
              <a:gd name="connsiteY19" fmla="*/ 481220 h 824948"/>
              <a:gd name="connsiteX20" fmla="*/ 0 w 1798982"/>
              <a:gd name="connsiteY20" fmla="*/ 137494 h 824948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455549 w 1798983"/>
              <a:gd name="connsiteY13" fmla="*/ 808798 h 824948"/>
              <a:gd name="connsiteX14" fmla="*/ 271670 w 1798983"/>
              <a:gd name="connsiteY14" fmla="*/ 824948 h 824948"/>
              <a:gd name="connsiteX15" fmla="*/ 137494 w 1798983"/>
              <a:gd name="connsiteY15" fmla="*/ 824948 h 824948"/>
              <a:gd name="connsiteX16" fmla="*/ 0 w 1798983"/>
              <a:gd name="connsiteY16" fmla="*/ 687454 h 824948"/>
              <a:gd name="connsiteX17" fmla="*/ 0 w 1798983"/>
              <a:gd name="connsiteY17" fmla="*/ 687457 h 824948"/>
              <a:gd name="connsiteX18" fmla="*/ 0 w 1798983"/>
              <a:gd name="connsiteY18" fmla="*/ 481220 h 824948"/>
              <a:gd name="connsiteX19" fmla="*/ 0 w 1798983"/>
              <a:gd name="connsiteY19" fmla="*/ 481220 h 824948"/>
              <a:gd name="connsiteX20" fmla="*/ 0 w 1798983"/>
              <a:gd name="connsiteY20" fmla="*/ 137494 h 824948"/>
              <a:gd name="connsiteX0" fmla="*/ 0 w 1798983"/>
              <a:gd name="connsiteY0" fmla="*/ 137494 h 838615"/>
              <a:gd name="connsiteX1" fmla="*/ 137494 w 1798983"/>
              <a:gd name="connsiteY1" fmla="*/ 0 h 838615"/>
              <a:gd name="connsiteX2" fmla="*/ 271670 w 1798983"/>
              <a:gd name="connsiteY2" fmla="*/ 0 h 838615"/>
              <a:gd name="connsiteX3" fmla="*/ 271670 w 1798983"/>
              <a:gd name="connsiteY3" fmla="*/ 0 h 838615"/>
              <a:gd name="connsiteX4" fmla="*/ 679174 w 1798983"/>
              <a:gd name="connsiteY4" fmla="*/ 0 h 838615"/>
              <a:gd name="connsiteX5" fmla="*/ 1492523 w 1798983"/>
              <a:gd name="connsiteY5" fmla="*/ 0 h 838615"/>
              <a:gd name="connsiteX6" fmla="*/ 1630017 w 1798983"/>
              <a:gd name="connsiteY6" fmla="*/ 137494 h 838615"/>
              <a:gd name="connsiteX7" fmla="*/ 1798983 w 1798983"/>
              <a:gd name="connsiteY7" fmla="*/ 401707 h 838615"/>
              <a:gd name="connsiteX8" fmla="*/ 1798982 w 1798983"/>
              <a:gd name="connsiteY8" fmla="*/ 451403 h 838615"/>
              <a:gd name="connsiteX9" fmla="*/ 1630017 w 1798983"/>
              <a:gd name="connsiteY9" fmla="*/ 687457 h 838615"/>
              <a:gd name="connsiteX10" fmla="*/ 1630017 w 1798983"/>
              <a:gd name="connsiteY10" fmla="*/ 687454 h 838615"/>
              <a:gd name="connsiteX11" fmla="*/ 1492523 w 1798983"/>
              <a:gd name="connsiteY11" fmla="*/ 824948 h 838615"/>
              <a:gd name="connsiteX12" fmla="*/ 679174 w 1798983"/>
              <a:gd name="connsiteY12" fmla="*/ 824948 h 838615"/>
              <a:gd name="connsiteX13" fmla="*/ 445610 w 1798983"/>
              <a:gd name="connsiteY13" fmla="*/ 838615 h 838615"/>
              <a:gd name="connsiteX14" fmla="*/ 271670 w 1798983"/>
              <a:gd name="connsiteY14" fmla="*/ 824948 h 838615"/>
              <a:gd name="connsiteX15" fmla="*/ 137494 w 1798983"/>
              <a:gd name="connsiteY15" fmla="*/ 824948 h 838615"/>
              <a:gd name="connsiteX16" fmla="*/ 0 w 1798983"/>
              <a:gd name="connsiteY16" fmla="*/ 687454 h 838615"/>
              <a:gd name="connsiteX17" fmla="*/ 0 w 1798983"/>
              <a:gd name="connsiteY17" fmla="*/ 687457 h 838615"/>
              <a:gd name="connsiteX18" fmla="*/ 0 w 1798983"/>
              <a:gd name="connsiteY18" fmla="*/ 481220 h 838615"/>
              <a:gd name="connsiteX19" fmla="*/ 0 w 1798983"/>
              <a:gd name="connsiteY19" fmla="*/ 481220 h 838615"/>
              <a:gd name="connsiteX20" fmla="*/ 0 w 1798983"/>
              <a:gd name="connsiteY20" fmla="*/ 137494 h 838615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271670 w 1798983"/>
              <a:gd name="connsiteY13" fmla="*/ 824948 h 824948"/>
              <a:gd name="connsiteX14" fmla="*/ 137494 w 1798983"/>
              <a:gd name="connsiteY14" fmla="*/ 824948 h 824948"/>
              <a:gd name="connsiteX15" fmla="*/ 0 w 1798983"/>
              <a:gd name="connsiteY15" fmla="*/ 687454 h 824948"/>
              <a:gd name="connsiteX16" fmla="*/ 0 w 1798983"/>
              <a:gd name="connsiteY16" fmla="*/ 687457 h 824948"/>
              <a:gd name="connsiteX17" fmla="*/ 0 w 1798983"/>
              <a:gd name="connsiteY17" fmla="*/ 481220 h 824948"/>
              <a:gd name="connsiteX18" fmla="*/ 0 w 1798983"/>
              <a:gd name="connsiteY18" fmla="*/ 481220 h 824948"/>
              <a:gd name="connsiteX19" fmla="*/ 0 w 1798983"/>
              <a:gd name="connsiteY19" fmla="*/ 137494 h 824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98983" h="824948">
                <a:moveTo>
                  <a:pt x="0" y="137494"/>
                </a:moveTo>
                <a:cubicBezTo>
                  <a:pt x="0" y="61558"/>
                  <a:pt x="61558" y="0"/>
                  <a:pt x="137494" y="0"/>
                </a:cubicBezTo>
                <a:lnTo>
                  <a:pt x="271670" y="0"/>
                </a:lnTo>
                <a:lnTo>
                  <a:pt x="271670" y="0"/>
                </a:lnTo>
                <a:lnTo>
                  <a:pt x="679174" y="0"/>
                </a:lnTo>
                <a:lnTo>
                  <a:pt x="1492523" y="0"/>
                </a:lnTo>
                <a:cubicBezTo>
                  <a:pt x="1568459" y="0"/>
                  <a:pt x="1630017" y="61558"/>
                  <a:pt x="1630017" y="137494"/>
                </a:cubicBezTo>
                <a:lnTo>
                  <a:pt x="1798983" y="401707"/>
                </a:lnTo>
                <a:cubicBezTo>
                  <a:pt x="1798983" y="418272"/>
                  <a:pt x="1798982" y="434838"/>
                  <a:pt x="1798982" y="451403"/>
                </a:cubicBezTo>
                <a:lnTo>
                  <a:pt x="1630017" y="687457"/>
                </a:lnTo>
                <a:lnTo>
                  <a:pt x="1630017" y="687454"/>
                </a:lnTo>
                <a:cubicBezTo>
                  <a:pt x="1630017" y="763390"/>
                  <a:pt x="1568459" y="824948"/>
                  <a:pt x="1492523" y="824948"/>
                </a:cubicBezTo>
                <a:lnTo>
                  <a:pt x="679174" y="824948"/>
                </a:lnTo>
                <a:lnTo>
                  <a:pt x="271670" y="824948"/>
                </a:lnTo>
                <a:lnTo>
                  <a:pt x="137494" y="824948"/>
                </a:lnTo>
                <a:cubicBezTo>
                  <a:pt x="61558" y="824948"/>
                  <a:pt x="0" y="763390"/>
                  <a:pt x="0" y="687454"/>
                </a:cubicBezTo>
                <a:lnTo>
                  <a:pt x="0" y="687457"/>
                </a:lnTo>
                <a:lnTo>
                  <a:pt x="0" y="481220"/>
                </a:lnTo>
                <a:lnTo>
                  <a:pt x="0" y="481220"/>
                </a:lnTo>
                <a:lnTo>
                  <a:pt x="0" y="13749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490966" y="5172208"/>
            <a:ext cx="218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18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号 思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源黑体</a:t>
            </a:r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bold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 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88469" y="1339017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如内容比较多可增加此目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录页面，方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便理清楚事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情架构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045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262" y="-32703"/>
            <a:ext cx="13747750" cy="7952740"/>
          </a:xfrm>
          <a:prstGeom prst="rect">
            <a:avLst/>
          </a:prstGeom>
        </p:spPr>
      </p:pic>
      <p:sp>
        <p:nvSpPr>
          <p:cNvPr id="24" name="Text Box 2"/>
          <p:cNvSpPr txBox="1"/>
          <p:nvPr/>
        </p:nvSpPr>
        <p:spPr>
          <a:xfrm>
            <a:off x="3193414" y="3129466"/>
            <a:ext cx="647700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algn="r"/>
            <a:r>
              <a:rPr lang="zh-CN" altLang="en-US" sz="4800" b="1" dirty="0">
                <a:solidFill>
                  <a:schemeClr val="bg1"/>
                </a:solidFill>
                <a:latin typeface="思源黑体 CN Bold" pitchFamily="34" charset="-122"/>
                <a:ea typeface="思源黑体 CN Bold" pitchFamily="34" charset="-122"/>
              </a:rPr>
              <a:t>垃圾分类推进过程</a:t>
            </a:r>
            <a:endParaRPr lang="zh-CN" altLang="zh-CN" sz="4800" b="1" dirty="0">
              <a:solidFill>
                <a:schemeClr val="bg1"/>
              </a:solidFill>
              <a:latin typeface="思源黑体 CN Normal" charset="-122"/>
              <a:ea typeface="思源黑体 CN Normal" charset="-122"/>
              <a:sym typeface="+mn-ea"/>
            </a:endParaRPr>
          </a:p>
        </p:txBody>
      </p:sp>
      <p:pic>
        <p:nvPicPr>
          <p:cNvPr id="13" name="图片 12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08" y="293809"/>
            <a:ext cx="3076718" cy="527254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9903133" y="2816904"/>
            <a:ext cx="2422826" cy="1317002"/>
            <a:chOff x="3559264" y="2779274"/>
            <a:chExt cx="2050415" cy="1114567"/>
          </a:xfrm>
        </p:grpSpPr>
        <p:sp>
          <p:nvSpPr>
            <p:cNvPr id="17" name="文本框 16"/>
            <p:cNvSpPr txBox="1"/>
            <p:nvPr/>
          </p:nvSpPr>
          <p:spPr>
            <a:xfrm>
              <a:off x="4110444" y="2779274"/>
              <a:ext cx="898525" cy="78140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b="1" dirty="0">
                  <a:solidFill>
                    <a:schemeClr val="bg1"/>
                  </a:solidFill>
                  <a:latin typeface="思源黑体 CN Bold" pitchFamily="34" charset="-122"/>
                  <a:ea typeface="思源黑体 CN Bold" pitchFamily="34" charset="-122"/>
                </a:rPr>
                <a:t>1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559264" y="3581279"/>
              <a:ext cx="2050415" cy="312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思源黑体 CN Normal" pitchFamily="34" charset="-122"/>
                  <a:ea typeface="思源黑体 CN Normal" pitchFamily="34" charset="-122"/>
                  <a:cs typeface="Aharoni" pitchFamily="2" charset="-79"/>
                </a:rPr>
                <a:t>PREFACE</a:t>
              </a: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110444" y="3581279"/>
              <a:ext cx="89852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等腰三角形 18"/>
          <p:cNvSpPr/>
          <p:nvPr/>
        </p:nvSpPr>
        <p:spPr>
          <a:xfrm rot="5400000">
            <a:off x="10278612" y="2535769"/>
            <a:ext cx="2419382" cy="2085674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 descr="广科辅助"/>
          <p:cNvPicPr>
            <a:picLocks noChangeAspect="1"/>
          </p:cNvPicPr>
          <p:nvPr/>
        </p:nvPicPr>
        <p:blipFill>
          <a:blip r:embed="rId4">
            <a:lum bright="-12000"/>
          </a:blip>
          <a:stretch>
            <a:fillRect/>
          </a:stretch>
        </p:blipFill>
        <p:spPr>
          <a:xfrm>
            <a:off x="-68262" y="4788296"/>
            <a:ext cx="2246083" cy="3131741"/>
          </a:xfrm>
          <a:prstGeom prst="rect">
            <a:avLst/>
          </a:prstGeom>
        </p:spPr>
      </p:pic>
      <p:sp>
        <p:nvSpPr>
          <p:cNvPr id="14" name="圆角矩形标注 14"/>
          <p:cNvSpPr/>
          <p:nvPr/>
        </p:nvSpPr>
        <p:spPr>
          <a:xfrm>
            <a:off x="2459983" y="3076349"/>
            <a:ext cx="1895758" cy="802358"/>
          </a:xfrm>
          <a:custGeom>
            <a:avLst/>
            <a:gdLst>
              <a:gd name="connsiteX0" fmla="*/ 0 w 1630017"/>
              <a:gd name="connsiteY0" fmla="*/ 137494 h 824948"/>
              <a:gd name="connsiteX1" fmla="*/ 137494 w 1630017"/>
              <a:gd name="connsiteY1" fmla="*/ 0 h 824948"/>
              <a:gd name="connsiteX2" fmla="*/ 271670 w 1630017"/>
              <a:gd name="connsiteY2" fmla="*/ 0 h 824948"/>
              <a:gd name="connsiteX3" fmla="*/ 271670 w 1630017"/>
              <a:gd name="connsiteY3" fmla="*/ 0 h 824948"/>
              <a:gd name="connsiteX4" fmla="*/ 679174 w 1630017"/>
              <a:gd name="connsiteY4" fmla="*/ 0 h 824948"/>
              <a:gd name="connsiteX5" fmla="*/ 1492523 w 1630017"/>
              <a:gd name="connsiteY5" fmla="*/ 0 h 824948"/>
              <a:gd name="connsiteX6" fmla="*/ 1630017 w 1630017"/>
              <a:gd name="connsiteY6" fmla="*/ 137494 h 824948"/>
              <a:gd name="connsiteX7" fmla="*/ 1630017 w 1630017"/>
              <a:gd name="connsiteY7" fmla="*/ 481220 h 824948"/>
              <a:gd name="connsiteX8" fmla="*/ 1630017 w 1630017"/>
              <a:gd name="connsiteY8" fmla="*/ 481220 h 824948"/>
              <a:gd name="connsiteX9" fmla="*/ 1630017 w 1630017"/>
              <a:gd name="connsiteY9" fmla="*/ 687457 h 824948"/>
              <a:gd name="connsiteX10" fmla="*/ 1630017 w 1630017"/>
              <a:gd name="connsiteY10" fmla="*/ 687454 h 824948"/>
              <a:gd name="connsiteX11" fmla="*/ 1492523 w 1630017"/>
              <a:gd name="connsiteY11" fmla="*/ 824948 h 824948"/>
              <a:gd name="connsiteX12" fmla="*/ 679174 w 1630017"/>
              <a:gd name="connsiteY12" fmla="*/ 824948 h 824948"/>
              <a:gd name="connsiteX13" fmla="*/ 475427 w 1630017"/>
              <a:gd name="connsiteY13" fmla="*/ 928067 h 824948"/>
              <a:gd name="connsiteX14" fmla="*/ 271670 w 1630017"/>
              <a:gd name="connsiteY14" fmla="*/ 824948 h 824948"/>
              <a:gd name="connsiteX15" fmla="*/ 137494 w 1630017"/>
              <a:gd name="connsiteY15" fmla="*/ 824948 h 824948"/>
              <a:gd name="connsiteX16" fmla="*/ 0 w 1630017"/>
              <a:gd name="connsiteY16" fmla="*/ 687454 h 824948"/>
              <a:gd name="connsiteX17" fmla="*/ 0 w 1630017"/>
              <a:gd name="connsiteY17" fmla="*/ 687457 h 824948"/>
              <a:gd name="connsiteX18" fmla="*/ 0 w 1630017"/>
              <a:gd name="connsiteY18" fmla="*/ 481220 h 824948"/>
              <a:gd name="connsiteX19" fmla="*/ 0 w 1630017"/>
              <a:gd name="connsiteY19" fmla="*/ 481220 h 824948"/>
              <a:gd name="connsiteX20" fmla="*/ 0 w 1630017"/>
              <a:gd name="connsiteY20" fmla="*/ 137494 h 824948"/>
              <a:gd name="connsiteX0" fmla="*/ 0 w 1798982"/>
              <a:gd name="connsiteY0" fmla="*/ 137494 h 928067"/>
              <a:gd name="connsiteX1" fmla="*/ 137494 w 1798982"/>
              <a:gd name="connsiteY1" fmla="*/ 0 h 928067"/>
              <a:gd name="connsiteX2" fmla="*/ 271670 w 1798982"/>
              <a:gd name="connsiteY2" fmla="*/ 0 h 928067"/>
              <a:gd name="connsiteX3" fmla="*/ 271670 w 1798982"/>
              <a:gd name="connsiteY3" fmla="*/ 0 h 928067"/>
              <a:gd name="connsiteX4" fmla="*/ 679174 w 1798982"/>
              <a:gd name="connsiteY4" fmla="*/ 0 h 928067"/>
              <a:gd name="connsiteX5" fmla="*/ 1492523 w 1798982"/>
              <a:gd name="connsiteY5" fmla="*/ 0 h 928067"/>
              <a:gd name="connsiteX6" fmla="*/ 1630017 w 1798982"/>
              <a:gd name="connsiteY6" fmla="*/ 137494 h 928067"/>
              <a:gd name="connsiteX7" fmla="*/ 1630017 w 1798982"/>
              <a:gd name="connsiteY7" fmla="*/ 481220 h 928067"/>
              <a:gd name="connsiteX8" fmla="*/ 1798982 w 1798982"/>
              <a:gd name="connsiteY8" fmla="*/ 451403 h 928067"/>
              <a:gd name="connsiteX9" fmla="*/ 1630017 w 1798982"/>
              <a:gd name="connsiteY9" fmla="*/ 687457 h 928067"/>
              <a:gd name="connsiteX10" fmla="*/ 1630017 w 1798982"/>
              <a:gd name="connsiteY10" fmla="*/ 687454 h 928067"/>
              <a:gd name="connsiteX11" fmla="*/ 1492523 w 1798982"/>
              <a:gd name="connsiteY11" fmla="*/ 824948 h 928067"/>
              <a:gd name="connsiteX12" fmla="*/ 679174 w 1798982"/>
              <a:gd name="connsiteY12" fmla="*/ 824948 h 928067"/>
              <a:gd name="connsiteX13" fmla="*/ 475427 w 1798982"/>
              <a:gd name="connsiteY13" fmla="*/ 928067 h 928067"/>
              <a:gd name="connsiteX14" fmla="*/ 271670 w 1798982"/>
              <a:gd name="connsiteY14" fmla="*/ 824948 h 928067"/>
              <a:gd name="connsiteX15" fmla="*/ 137494 w 1798982"/>
              <a:gd name="connsiteY15" fmla="*/ 824948 h 928067"/>
              <a:gd name="connsiteX16" fmla="*/ 0 w 1798982"/>
              <a:gd name="connsiteY16" fmla="*/ 687454 h 928067"/>
              <a:gd name="connsiteX17" fmla="*/ 0 w 1798982"/>
              <a:gd name="connsiteY17" fmla="*/ 687457 h 928067"/>
              <a:gd name="connsiteX18" fmla="*/ 0 w 1798982"/>
              <a:gd name="connsiteY18" fmla="*/ 481220 h 928067"/>
              <a:gd name="connsiteX19" fmla="*/ 0 w 1798982"/>
              <a:gd name="connsiteY19" fmla="*/ 481220 h 928067"/>
              <a:gd name="connsiteX20" fmla="*/ 0 w 1798982"/>
              <a:gd name="connsiteY20" fmla="*/ 137494 h 928067"/>
              <a:gd name="connsiteX0" fmla="*/ 0 w 1798982"/>
              <a:gd name="connsiteY0" fmla="*/ 137494 h 848554"/>
              <a:gd name="connsiteX1" fmla="*/ 137494 w 1798982"/>
              <a:gd name="connsiteY1" fmla="*/ 0 h 848554"/>
              <a:gd name="connsiteX2" fmla="*/ 271670 w 1798982"/>
              <a:gd name="connsiteY2" fmla="*/ 0 h 848554"/>
              <a:gd name="connsiteX3" fmla="*/ 271670 w 1798982"/>
              <a:gd name="connsiteY3" fmla="*/ 0 h 848554"/>
              <a:gd name="connsiteX4" fmla="*/ 679174 w 1798982"/>
              <a:gd name="connsiteY4" fmla="*/ 0 h 848554"/>
              <a:gd name="connsiteX5" fmla="*/ 1492523 w 1798982"/>
              <a:gd name="connsiteY5" fmla="*/ 0 h 848554"/>
              <a:gd name="connsiteX6" fmla="*/ 1630017 w 1798982"/>
              <a:gd name="connsiteY6" fmla="*/ 137494 h 848554"/>
              <a:gd name="connsiteX7" fmla="*/ 1630017 w 1798982"/>
              <a:gd name="connsiteY7" fmla="*/ 481220 h 848554"/>
              <a:gd name="connsiteX8" fmla="*/ 1798982 w 1798982"/>
              <a:gd name="connsiteY8" fmla="*/ 451403 h 848554"/>
              <a:gd name="connsiteX9" fmla="*/ 1630017 w 1798982"/>
              <a:gd name="connsiteY9" fmla="*/ 687457 h 848554"/>
              <a:gd name="connsiteX10" fmla="*/ 1630017 w 1798982"/>
              <a:gd name="connsiteY10" fmla="*/ 687454 h 848554"/>
              <a:gd name="connsiteX11" fmla="*/ 1492523 w 1798982"/>
              <a:gd name="connsiteY11" fmla="*/ 824948 h 848554"/>
              <a:gd name="connsiteX12" fmla="*/ 679174 w 1798982"/>
              <a:gd name="connsiteY12" fmla="*/ 824948 h 848554"/>
              <a:gd name="connsiteX13" fmla="*/ 455549 w 1798982"/>
              <a:gd name="connsiteY13" fmla="*/ 848554 h 848554"/>
              <a:gd name="connsiteX14" fmla="*/ 271670 w 1798982"/>
              <a:gd name="connsiteY14" fmla="*/ 824948 h 848554"/>
              <a:gd name="connsiteX15" fmla="*/ 137494 w 1798982"/>
              <a:gd name="connsiteY15" fmla="*/ 824948 h 848554"/>
              <a:gd name="connsiteX16" fmla="*/ 0 w 1798982"/>
              <a:gd name="connsiteY16" fmla="*/ 687454 h 848554"/>
              <a:gd name="connsiteX17" fmla="*/ 0 w 1798982"/>
              <a:gd name="connsiteY17" fmla="*/ 687457 h 848554"/>
              <a:gd name="connsiteX18" fmla="*/ 0 w 1798982"/>
              <a:gd name="connsiteY18" fmla="*/ 481220 h 848554"/>
              <a:gd name="connsiteX19" fmla="*/ 0 w 1798982"/>
              <a:gd name="connsiteY19" fmla="*/ 481220 h 848554"/>
              <a:gd name="connsiteX20" fmla="*/ 0 w 1798982"/>
              <a:gd name="connsiteY20" fmla="*/ 137494 h 848554"/>
              <a:gd name="connsiteX0" fmla="*/ 0 w 1798982"/>
              <a:gd name="connsiteY0" fmla="*/ 137494 h 824948"/>
              <a:gd name="connsiteX1" fmla="*/ 137494 w 1798982"/>
              <a:gd name="connsiteY1" fmla="*/ 0 h 824948"/>
              <a:gd name="connsiteX2" fmla="*/ 271670 w 1798982"/>
              <a:gd name="connsiteY2" fmla="*/ 0 h 824948"/>
              <a:gd name="connsiteX3" fmla="*/ 271670 w 1798982"/>
              <a:gd name="connsiteY3" fmla="*/ 0 h 824948"/>
              <a:gd name="connsiteX4" fmla="*/ 679174 w 1798982"/>
              <a:gd name="connsiteY4" fmla="*/ 0 h 824948"/>
              <a:gd name="connsiteX5" fmla="*/ 1492523 w 1798982"/>
              <a:gd name="connsiteY5" fmla="*/ 0 h 824948"/>
              <a:gd name="connsiteX6" fmla="*/ 1630017 w 1798982"/>
              <a:gd name="connsiteY6" fmla="*/ 137494 h 824948"/>
              <a:gd name="connsiteX7" fmla="*/ 1630017 w 1798982"/>
              <a:gd name="connsiteY7" fmla="*/ 481220 h 824948"/>
              <a:gd name="connsiteX8" fmla="*/ 1798982 w 1798982"/>
              <a:gd name="connsiteY8" fmla="*/ 451403 h 824948"/>
              <a:gd name="connsiteX9" fmla="*/ 1630017 w 1798982"/>
              <a:gd name="connsiteY9" fmla="*/ 687457 h 824948"/>
              <a:gd name="connsiteX10" fmla="*/ 1630017 w 1798982"/>
              <a:gd name="connsiteY10" fmla="*/ 687454 h 824948"/>
              <a:gd name="connsiteX11" fmla="*/ 1492523 w 1798982"/>
              <a:gd name="connsiteY11" fmla="*/ 824948 h 824948"/>
              <a:gd name="connsiteX12" fmla="*/ 679174 w 1798982"/>
              <a:gd name="connsiteY12" fmla="*/ 824948 h 824948"/>
              <a:gd name="connsiteX13" fmla="*/ 455549 w 1798982"/>
              <a:gd name="connsiteY13" fmla="*/ 808798 h 824948"/>
              <a:gd name="connsiteX14" fmla="*/ 271670 w 1798982"/>
              <a:gd name="connsiteY14" fmla="*/ 824948 h 824948"/>
              <a:gd name="connsiteX15" fmla="*/ 137494 w 1798982"/>
              <a:gd name="connsiteY15" fmla="*/ 824948 h 824948"/>
              <a:gd name="connsiteX16" fmla="*/ 0 w 1798982"/>
              <a:gd name="connsiteY16" fmla="*/ 687454 h 824948"/>
              <a:gd name="connsiteX17" fmla="*/ 0 w 1798982"/>
              <a:gd name="connsiteY17" fmla="*/ 687457 h 824948"/>
              <a:gd name="connsiteX18" fmla="*/ 0 w 1798982"/>
              <a:gd name="connsiteY18" fmla="*/ 481220 h 824948"/>
              <a:gd name="connsiteX19" fmla="*/ 0 w 1798982"/>
              <a:gd name="connsiteY19" fmla="*/ 481220 h 824948"/>
              <a:gd name="connsiteX20" fmla="*/ 0 w 1798982"/>
              <a:gd name="connsiteY20" fmla="*/ 137494 h 824948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455549 w 1798983"/>
              <a:gd name="connsiteY13" fmla="*/ 808798 h 824948"/>
              <a:gd name="connsiteX14" fmla="*/ 271670 w 1798983"/>
              <a:gd name="connsiteY14" fmla="*/ 824948 h 824948"/>
              <a:gd name="connsiteX15" fmla="*/ 137494 w 1798983"/>
              <a:gd name="connsiteY15" fmla="*/ 824948 h 824948"/>
              <a:gd name="connsiteX16" fmla="*/ 0 w 1798983"/>
              <a:gd name="connsiteY16" fmla="*/ 687454 h 824948"/>
              <a:gd name="connsiteX17" fmla="*/ 0 w 1798983"/>
              <a:gd name="connsiteY17" fmla="*/ 687457 h 824948"/>
              <a:gd name="connsiteX18" fmla="*/ 0 w 1798983"/>
              <a:gd name="connsiteY18" fmla="*/ 481220 h 824948"/>
              <a:gd name="connsiteX19" fmla="*/ 0 w 1798983"/>
              <a:gd name="connsiteY19" fmla="*/ 481220 h 824948"/>
              <a:gd name="connsiteX20" fmla="*/ 0 w 1798983"/>
              <a:gd name="connsiteY20" fmla="*/ 137494 h 824948"/>
              <a:gd name="connsiteX0" fmla="*/ 0 w 1798983"/>
              <a:gd name="connsiteY0" fmla="*/ 137494 h 838615"/>
              <a:gd name="connsiteX1" fmla="*/ 137494 w 1798983"/>
              <a:gd name="connsiteY1" fmla="*/ 0 h 838615"/>
              <a:gd name="connsiteX2" fmla="*/ 271670 w 1798983"/>
              <a:gd name="connsiteY2" fmla="*/ 0 h 838615"/>
              <a:gd name="connsiteX3" fmla="*/ 271670 w 1798983"/>
              <a:gd name="connsiteY3" fmla="*/ 0 h 838615"/>
              <a:gd name="connsiteX4" fmla="*/ 679174 w 1798983"/>
              <a:gd name="connsiteY4" fmla="*/ 0 h 838615"/>
              <a:gd name="connsiteX5" fmla="*/ 1492523 w 1798983"/>
              <a:gd name="connsiteY5" fmla="*/ 0 h 838615"/>
              <a:gd name="connsiteX6" fmla="*/ 1630017 w 1798983"/>
              <a:gd name="connsiteY6" fmla="*/ 137494 h 838615"/>
              <a:gd name="connsiteX7" fmla="*/ 1798983 w 1798983"/>
              <a:gd name="connsiteY7" fmla="*/ 401707 h 838615"/>
              <a:gd name="connsiteX8" fmla="*/ 1798982 w 1798983"/>
              <a:gd name="connsiteY8" fmla="*/ 451403 h 838615"/>
              <a:gd name="connsiteX9" fmla="*/ 1630017 w 1798983"/>
              <a:gd name="connsiteY9" fmla="*/ 687457 h 838615"/>
              <a:gd name="connsiteX10" fmla="*/ 1630017 w 1798983"/>
              <a:gd name="connsiteY10" fmla="*/ 687454 h 838615"/>
              <a:gd name="connsiteX11" fmla="*/ 1492523 w 1798983"/>
              <a:gd name="connsiteY11" fmla="*/ 824948 h 838615"/>
              <a:gd name="connsiteX12" fmla="*/ 679174 w 1798983"/>
              <a:gd name="connsiteY12" fmla="*/ 824948 h 838615"/>
              <a:gd name="connsiteX13" fmla="*/ 445610 w 1798983"/>
              <a:gd name="connsiteY13" fmla="*/ 838615 h 838615"/>
              <a:gd name="connsiteX14" fmla="*/ 271670 w 1798983"/>
              <a:gd name="connsiteY14" fmla="*/ 824948 h 838615"/>
              <a:gd name="connsiteX15" fmla="*/ 137494 w 1798983"/>
              <a:gd name="connsiteY15" fmla="*/ 824948 h 838615"/>
              <a:gd name="connsiteX16" fmla="*/ 0 w 1798983"/>
              <a:gd name="connsiteY16" fmla="*/ 687454 h 838615"/>
              <a:gd name="connsiteX17" fmla="*/ 0 w 1798983"/>
              <a:gd name="connsiteY17" fmla="*/ 687457 h 838615"/>
              <a:gd name="connsiteX18" fmla="*/ 0 w 1798983"/>
              <a:gd name="connsiteY18" fmla="*/ 481220 h 838615"/>
              <a:gd name="connsiteX19" fmla="*/ 0 w 1798983"/>
              <a:gd name="connsiteY19" fmla="*/ 481220 h 838615"/>
              <a:gd name="connsiteX20" fmla="*/ 0 w 1798983"/>
              <a:gd name="connsiteY20" fmla="*/ 137494 h 838615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271670 w 1798983"/>
              <a:gd name="connsiteY13" fmla="*/ 824948 h 824948"/>
              <a:gd name="connsiteX14" fmla="*/ 137494 w 1798983"/>
              <a:gd name="connsiteY14" fmla="*/ 824948 h 824948"/>
              <a:gd name="connsiteX15" fmla="*/ 0 w 1798983"/>
              <a:gd name="connsiteY15" fmla="*/ 687454 h 824948"/>
              <a:gd name="connsiteX16" fmla="*/ 0 w 1798983"/>
              <a:gd name="connsiteY16" fmla="*/ 687457 h 824948"/>
              <a:gd name="connsiteX17" fmla="*/ 0 w 1798983"/>
              <a:gd name="connsiteY17" fmla="*/ 481220 h 824948"/>
              <a:gd name="connsiteX18" fmla="*/ 0 w 1798983"/>
              <a:gd name="connsiteY18" fmla="*/ 481220 h 824948"/>
              <a:gd name="connsiteX19" fmla="*/ 0 w 1798983"/>
              <a:gd name="connsiteY19" fmla="*/ 137494 h 824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98983" h="824948">
                <a:moveTo>
                  <a:pt x="0" y="137494"/>
                </a:moveTo>
                <a:cubicBezTo>
                  <a:pt x="0" y="61558"/>
                  <a:pt x="61558" y="0"/>
                  <a:pt x="137494" y="0"/>
                </a:cubicBezTo>
                <a:lnTo>
                  <a:pt x="271670" y="0"/>
                </a:lnTo>
                <a:lnTo>
                  <a:pt x="271670" y="0"/>
                </a:lnTo>
                <a:lnTo>
                  <a:pt x="679174" y="0"/>
                </a:lnTo>
                <a:lnTo>
                  <a:pt x="1492523" y="0"/>
                </a:lnTo>
                <a:cubicBezTo>
                  <a:pt x="1568459" y="0"/>
                  <a:pt x="1630017" y="61558"/>
                  <a:pt x="1630017" y="137494"/>
                </a:cubicBezTo>
                <a:lnTo>
                  <a:pt x="1798983" y="401707"/>
                </a:lnTo>
                <a:cubicBezTo>
                  <a:pt x="1798983" y="418272"/>
                  <a:pt x="1798982" y="434838"/>
                  <a:pt x="1798982" y="451403"/>
                </a:cubicBezTo>
                <a:lnTo>
                  <a:pt x="1630017" y="687457"/>
                </a:lnTo>
                <a:lnTo>
                  <a:pt x="1630017" y="687454"/>
                </a:lnTo>
                <a:cubicBezTo>
                  <a:pt x="1630017" y="763390"/>
                  <a:pt x="1568459" y="824948"/>
                  <a:pt x="1492523" y="824948"/>
                </a:cubicBezTo>
                <a:lnTo>
                  <a:pt x="679174" y="824948"/>
                </a:lnTo>
                <a:lnTo>
                  <a:pt x="271670" y="824948"/>
                </a:lnTo>
                <a:lnTo>
                  <a:pt x="137494" y="824948"/>
                </a:lnTo>
                <a:cubicBezTo>
                  <a:pt x="61558" y="824948"/>
                  <a:pt x="0" y="763390"/>
                  <a:pt x="0" y="687454"/>
                </a:cubicBezTo>
                <a:lnTo>
                  <a:pt x="0" y="687457"/>
                </a:lnTo>
                <a:lnTo>
                  <a:pt x="0" y="481220"/>
                </a:lnTo>
                <a:lnTo>
                  <a:pt x="0" y="481220"/>
                </a:lnTo>
                <a:lnTo>
                  <a:pt x="0" y="137494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556756" y="330148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思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源黑体</a:t>
            </a:r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bold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 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8" name="圆角矩形标注 14"/>
          <p:cNvSpPr/>
          <p:nvPr/>
        </p:nvSpPr>
        <p:spPr>
          <a:xfrm rot="10800000">
            <a:off x="11304236" y="2751685"/>
            <a:ext cx="1749721" cy="649328"/>
          </a:xfrm>
          <a:custGeom>
            <a:avLst/>
            <a:gdLst>
              <a:gd name="connsiteX0" fmla="*/ 0 w 1630017"/>
              <a:gd name="connsiteY0" fmla="*/ 137494 h 824948"/>
              <a:gd name="connsiteX1" fmla="*/ 137494 w 1630017"/>
              <a:gd name="connsiteY1" fmla="*/ 0 h 824948"/>
              <a:gd name="connsiteX2" fmla="*/ 271670 w 1630017"/>
              <a:gd name="connsiteY2" fmla="*/ 0 h 824948"/>
              <a:gd name="connsiteX3" fmla="*/ 271670 w 1630017"/>
              <a:gd name="connsiteY3" fmla="*/ 0 h 824948"/>
              <a:gd name="connsiteX4" fmla="*/ 679174 w 1630017"/>
              <a:gd name="connsiteY4" fmla="*/ 0 h 824948"/>
              <a:gd name="connsiteX5" fmla="*/ 1492523 w 1630017"/>
              <a:gd name="connsiteY5" fmla="*/ 0 h 824948"/>
              <a:gd name="connsiteX6" fmla="*/ 1630017 w 1630017"/>
              <a:gd name="connsiteY6" fmla="*/ 137494 h 824948"/>
              <a:gd name="connsiteX7" fmla="*/ 1630017 w 1630017"/>
              <a:gd name="connsiteY7" fmla="*/ 481220 h 824948"/>
              <a:gd name="connsiteX8" fmla="*/ 1630017 w 1630017"/>
              <a:gd name="connsiteY8" fmla="*/ 481220 h 824948"/>
              <a:gd name="connsiteX9" fmla="*/ 1630017 w 1630017"/>
              <a:gd name="connsiteY9" fmla="*/ 687457 h 824948"/>
              <a:gd name="connsiteX10" fmla="*/ 1630017 w 1630017"/>
              <a:gd name="connsiteY10" fmla="*/ 687454 h 824948"/>
              <a:gd name="connsiteX11" fmla="*/ 1492523 w 1630017"/>
              <a:gd name="connsiteY11" fmla="*/ 824948 h 824948"/>
              <a:gd name="connsiteX12" fmla="*/ 679174 w 1630017"/>
              <a:gd name="connsiteY12" fmla="*/ 824948 h 824948"/>
              <a:gd name="connsiteX13" fmla="*/ 475427 w 1630017"/>
              <a:gd name="connsiteY13" fmla="*/ 928067 h 824948"/>
              <a:gd name="connsiteX14" fmla="*/ 271670 w 1630017"/>
              <a:gd name="connsiteY14" fmla="*/ 824948 h 824948"/>
              <a:gd name="connsiteX15" fmla="*/ 137494 w 1630017"/>
              <a:gd name="connsiteY15" fmla="*/ 824948 h 824948"/>
              <a:gd name="connsiteX16" fmla="*/ 0 w 1630017"/>
              <a:gd name="connsiteY16" fmla="*/ 687454 h 824948"/>
              <a:gd name="connsiteX17" fmla="*/ 0 w 1630017"/>
              <a:gd name="connsiteY17" fmla="*/ 687457 h 824948"/>
              <a:gd name="connsiteX18" fmla="*/ 0 w 1630017"/>
              <a:gd name="connsiteY18" fmla="*/ 481220 h 824948"/>
              <a:gd name="connsiteX19" fmla="*/ 0 w 1630017"/>
              <a:gd name="connsiteY19" fmla="*/ 481220 h 824948"/>
              <a:gd name="connsiteX20" fmla="*/ 0 w 1630017"/>
              <a:gd name="connsiteY20" fmla="*/ 137494 h 824948"/>
              <a:gd name="connsiteX0" fmla="*/ 0 w 1798982"/>
              <a:gd name="connsiteY0" fmla="*/ 137494 h 928067"/>
              <a:gd name="connsiteX1" fmla="*/ 137494 w 1798982"/>
              <a:gd name="connsiteY1" fmla="*/ 0 h 928067"/>
              <a:gd name="connsiteX2" fmla="*/ 271670 w 1798982"/>
              <a:gd name="connsiteY2" fmla="*/ 0 h 928067"/>
              <a:gd name="connsiteX3" fmla="*/ 271670 w 1798982"/>
              <a:gd name="connsiteY3" fmla="*/ 0 h 928067"/>
              <a:gd name="connsiteX4" fmla="*/ 679174 w 1798982"/>
              <a:gd name="connsiteY4" fmla="*/ 0 h 928067"/>
              <a:gd name="connsiteX5" fmla="*/ 1492523 w 1798982"/>
              <a:gd name="connsiteY5" fmla="*/ 0 h 928067"/>
              <a:gd name="connsiteX6" fmla="*/ 1630017 w 1798982"/>
              <a:gd name="connsiteY6" fmla="*/ 137494 h 928067"/>
              <a:gd name="connsiteX7" fmla="*/ 1630017 w 1798982"/>
              <a:gd name="connsiteY7" fmla="*/ 481220 h 928067"/>
              <a:gd name="connsiteX8" fmla="*/ 1798982 w 1798982"/>
              <a:gd name="connsiteY8" fmla="*/ 451403 h 928067"/>
              <a:gd name="connsiteX9" fmla="*/ 1630017 w 1798982"/>
              <a:gd name="connsiteY9" fmla="*/ 687457 h 928067"/>
              <a:gd name="connsiteX10" fmla="*/ 1630017 w 1798982"/>
              <a:gd name="connsiteY10" fmla="*/ 687454 h 928067"/>
              <a:gd name="connsiteX11" fmla="*/ 1492523 w 1798982"/>
              <a:gd name="connsiteY11" fmla="*/ 824948 h 928067"/>
              <a:gd name="connsiteX12" fmla="*/ 679174 w 1798982"/>
              <a:gd name="connsiteY12" fmla="*/ 824948 h 928067"/>
              <a:gd name="connsiteX13" fmla="*/ 475427 w 1798982"/>
              <a:gd name="connsiteY13" fmla="*/ 928067 h 928067"/>
              <a:gd name="connsiteX14" fmla="*/ 271670 w 1798982"/>
              <a:gd name="connsiteY14" fmla="*/ 824948 h 928067"/>
              <a:gd name="connsiteX15" fmla="*/ 137494 w 1798982"/>
              <a:gd name="connsiteY15" fmla="*/ 824948 h 928067"/>
              <a:gd name="connsiteX16" fmla="*/ 0 w 1798982"/>
              <a:gd name="connsiteY16" fmla="*/ 687454 h 928067"/>
              <a:gd name="connsiteX17" fmla="*/ 0 w 1798982"/>
              <a:gd name="connsiteY17" fmla="*/ 687457 h 928067"/>
              <a:gd name="connsiteX18" fmla="*/ 0 w 1798982"/>
              <a:gd name="connsiteY18" fmla="*/ 481220 h 928067"/>
              <a:gd name="connsiteX19" fmla="*/ 0 w 1798982"/>
              <a:gd name="connsiteY19" fmla="*/ 481220 h 928067"/>
              <a:gd name="connsiteX20" fmla="*/ 0 w 1798982"/>
              <a:gd name="connsiteY20" fmla="*/ 137494 h 928067"/>
              <a:gd name="connsiteX0" fmla="*/ 0 w 1798982"/>
              <a:gd name="connsiteY0" fmla="*/ 137494 h 848554"/>
              <a:gd name="connsiteX1" fmla="*/ 137494 w 1798982"/>
              <a:gd name="connsiteY1" fmla="*/ 0 h 848554"/>
              <a:gd name="connsiteX2" fmla="*/ 271670 w 1798982"/>
              <a:gd name="connsiteY2" fmla="*/ 0 h 848554"/>
              <a:gd name="connsiteX3" fmla="*/ 271670 w 1798982"/>
              <a:gd name="connsiteY3" fmla="*/ 0 h 848554"/>
              <a:gd name="connsiteX4" fmla="*/ 679174 w 1798982"/>
              <a:gd name="connsiteY4" fmla="*/ 0 h 848554"/>
              <a:gd name="connsiteX5" fmla="*/ 1492523 w 1798982"/>
              <a:gd name="connsiteY5" fmla="*/ 0 h 848554"/>
              <a:gd name="connsiteX6" fmla="*/ 1630017 w 1798982"/>
              <a:gd name="connsiteY6" fmla="*/ 137494 h 848554"/>
              <a:gd name="connsiteX7" fmla="*/ 1630017 w 1798982"/>
              <a:gd name="connsiteY7" fmla="*/ 481220 h 848554"/>
              <a:gd name="connsiteX8" fmla="*/ 1798982 w 1798982"/>
              <a:gd name="connsiteY8" fmla="*/ 451403 h 848554"/>
              <a:gd name="connsiteX9" fmla="*/ 1630017 w 1798982"/>
              <a:gd name="connsiteY9" fmla="*/ 687457 h 848554"/>
              <a:gd name="connsiteX10" fmla="*/ 1630017 w 1798982"/>
              <a:gd name="connsiteY10" fmla="*/ 687454 h 848554"/>
              <a:gd name="connsiteX11" fmla="*/ 1492523 w 1798982"/>
              <a:gd name="connsiteY11" fmla="*/ 824948 h 848554"/>
              <a:gd name="connsiteX12" fmla="*/ 679174 w 1798982"/>
              <a:gd name="connsiteY12" fmla="*/ 824948 h 848554"/>
              <a:gd name="connsiteX13" fmla="*/ 455549 w 1798982"/>
              <a:gd name="connsiteY13" fmla="*/ 848554 h 848554"/>
              <a:gd name="connsiteX14" fmla="*/ 271670 w 1798982"/>
              <a:gd name="connsiteY14" fmla="*/ 824948 h 848554"/>
              <a:gd name="connsiteX15" fmla="*/ 137494 w 1798982"/>
              <a:gd name="connsiteY15" fmla="*/ 824948 h 848554"/>
              <a:gd name="connsiteX16" fmla="*/ 0 w 1798982"/>
              <a:gd name="connsiteY16" fmla="*/ 687454 h 848554"/>
              <a:gd name="connsiteX17" fmla="*/ 0 w 1798982"/>
              <a:gd name="connsiteY17" fmla="*/ 687457 h 848554"/>
              <a:gd name="connsiteX18" fmla="*/ 0 w 1798982"/>
              <a:gd name="connsiteY18" fmla="*/ 481220 h 848554"/>
              <a:gd name="connsiteX19" fmla="*/ 0 w 1798982"/>
              <a:gd name="connsiteY19" fmla="*/ 481220 h 848554"/>
              <a:gd name="connsiteX20" fmla="*/ 0 w 1798982"/>
              <a:gd name="connsiteY20" fmla="*/ 137494 h 848554"/>
              <a:gd name="connsiteX0" fmla="*/ 0 w 1798982"/>
              <a:gd name="connsiteY0" fmla="*/ 137494 h 824948"/>
              <a:gd name="connsiteX1" fmla="*/ 137494 w 1798982"/>
              <a:gd name="connsiteY1" fmla="*/ 0 h 824948"/>
              <a:gd name="connsiteX2" fmla="*/ 271670 w 1798982"/>
              <a:gd name="connsiteY2" fmla="*/ 0 h 824948"/>
              <a:gd name="connsiteX3" fmla="*/ 271670 w 1798982"/>
              <a:gd name="connsiteY3" fmla="*/ 0 h 824948"/>
              <a:gd name="connsiteX4" fmla="*/ 679174 w 1798982"/>
              <a:gd name="connsiteY4" fmla="*/ 0 h 824948"/>
              <a:gd name="connsiteX5" fmla="*/ 1492523 w 1798982"/>
              <a:gd name="connsiteY5" fmla="*/ 0 h 824948"/>
              <a:gd name="connsiteX6" fmla="*/ 1630017 w 1798982"/>
              <a:gd name="connsiteY6" fmla="*/ 137494 h 824948"/>
              <a:gd name="connsiteX7" fmla="*/ 1630017 w 1798982"/>
              <a:gd name="connsiteY7" fmla="*/ 481220 h 824948"/>
              <a:gd name="connsiteX8" fmla="*/ 1798982 w 1798982"/>
              <a:gd name="connsiteY8" fmla="*/ 451403 h 824948"/>
              <a:gd name="connsiteX9" fmla="*/ 1630017 w 1798982"/>
              <a:gd name="connsiteY9" fmla="*/ 687457 h 824948"/>
              <a:gd name="connsiteX10" fmla="*/ 1630017 w 1798982"/>
              <a:gd name="connsiteY10" fmla="*/ 687454 h 824948"/>
              <a:gd name="connsiteX11" fmla="*/ 1492523 w 1798982"/>
              <a:gd name="connsiteY11" fmla="*/ 824948 h 824948"/>
              <a:gd name="connsiteX12" fmla="*/ 679174 w 1798982"/>
              <a:gd name="connsiteY12" fmla="*/ 824948 h 824948"/>
              <a:gd name="connsiteX13" fmla="*/ 455549 w 1798982"/>
              <a:gd name="connsiteY13" fmla="*/ 808798 h 824948"/>
              <a:gd name="connsiteX14" fmla="*/ 271670 w 1798982"/>
              <a:gd name="connsiteY14" fmla="*/ 824948 h 824948"/>
              <a:gd name="connsiteX15" fmla="*/ 137494 w 1798982"/>
              <a:gd name="connsiteY15" fmla="*/ 824948 h 824948"/>
              <a:gd name="connsiteX16" fmla="*/ 0 w 1798982"/>
              <a:gd name="connsiteY16" fmla="*/ 687454 h 824948"/>
              <a:gd name="connsiteX17" fmla="*/ 0 w 1798982"/>
              <a:gd name="connsiteY17" fmla="*/ 687457 h 824948"/>
              <a:gd name="connsiteX18" fmla="*/ 0 w 1798982"/>
              <a:gd name="connsiteY18" fmla="*/ 481220 h 824948"/>
              <a:gd name="connsiteX19" fmla="*/ 0 w 1798982"/>
              <a:gd name="connsiteY19" fmla="*/ 481220 h 824948"/>
              <a:gd name="connsiteX20" fmla="*/ 0 w 1798982"/>
              <a:gd name="connsiteY20" fmla="*/ 137494 h 824948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455549 w 1798983"/>
              <a:gd name="connsiteY13" fmla="*/ 808798 h 824948"/>
              <a:gd name="connsiteX14" fmla="*/ 271670 w 1798983"/>
              <a:gd name="connsiteY14" fmla="*/ 824948 h 824948"/>
              <a:gd name="connsiteX15" fmla="*/ 137494 w 1798983"/>
              <a:gd name="connsiteY15" fmla="*/ 824948 h 824948"/>
              <a:gd name="connsiteX16" fmla="*/ 0 w 1798983"/>
              <a:gd name="connsiteY16" fmla="*/ 687454 h 824948"/>
              <a:gd name="connsiteX17" fmla="*/ 0 w 1798983"/>
              <a:gd name="connsiteY17" fmla="*/ 687457 h 824948"/>
              <a:gd name="connsiteX18" fmla="*/ 0 w 1798983"/>
              <a:gd name="connsiteY18" fmla="*/ 481220 h 824948"/>
              <a:gd name="connsiteX19" fmla="*/ 0 w 1798983"/>
              <a:gd name="connsiteY19" fmla="*/ 481220 h 824948"/>
              <a:gd name="connsiteX20" fmla="*/ 0 w 1798983"/>
              <a:gd name="connsiteY20" fmla="*/ 137494 h 824948"/>
              <a:gd name="connsiteX0" fmla="*/ 0 w 1798983"/>
              <a:gd name="connsiteY0" fmla="*/ 137494 h 838615"/>
              <a:gd name="connsiteX1" fmla="*/ 137494 w 1798983"/>
              <a:gd name="connsiteY1" fmla="*/ 0 h 838615"/>
              <a:gd name="connsiteX2" fmla="*/ 271670 w 1798983"/>
              <a:gd name="connsiteY2" fmla="*/ 0 h 838615"/>
              <a:gd name="connsiteX3" fmla="*/ 271670 w 1798983"/>
              <a:gd name="connsiteY3" fmla="*/ 0 h 838615"/>
              <a:gd name="connsiteX4" fmla="*/ 679174 w 1798983"/>
              <a:gd name="connsiteY4" fmla="*/ 0 h 838615"/>
              <a:gd name="connsiteX5" fmla="*/ 1492523 w 1798983"/>
              <a:gd name="connsiteY5" fmla="*/ 0 h 838615"/>
              <a:gd name="connsiteX6" fmla="*/ 1630017 w 1798983"/>
              <a:gd name="connsiteY6" fmla="*/ 137494 h 838615"/>
              <a:gd name="connsiteX7" fmla="*/ 1798983 w 1798983"/>
              <a:gd name="connsiteY7" fmla="*/ 401707 h 838615"/>
              <a:gd name="connsiteX8" fmla="*/ 1798982 w 1798983"/>
              <a:gd name="connsiteY8" fmla="*/ 451403 h 838615"/>
              <a:gd name="connsiteX9" fmla="*/ 1630017 w 1798983"/>
              <a:gd name="connsiteY9" fmla="*/ 687457 h 838615"/>
              <a:gd name="connsiteX10" fmla="*/ 1630017 w 1798983"/>
              <a:gd name="connsiteY10" fmla="*/ 687454 h 838615"/>
              <a:gd name="connsiteX11" fmla="*/ 1492523 w 1798983"/>
              <a:gd name="connsiteY11" fmla="*/ 824948 h 838615"/>
              <a:gd name="connsiteX12" fmla="*/ 679174 w 1798983"/>
              <a:gd name="connsiteY12" fmla="*/ 824948 h 838615"/>
              <a:gd name="connsiteX13" fmla="*/ 445610 w 1798983"/>
              <a:gd name="connsiteY13" fmla="*/ 838615 h 838615"/>
              <a:gd name="connsiteX14" fmla="*/ 271670 w 1798983"/>
              <a:gd name="connsiteY14" fmla="*/ 824948 h 838615"/>
              <a:gd name="connsiteX15" fmla="*/ 137494 w 1798983"/>
              <a:gd name="connsiteY15" fmla="*/ 824948 h 838615"/>
              <a:gd name="connsiteX16" fmla="*/ 0 w 1798983"/>
              <a:gd name="connsiteY16" fmla="*/ 687454 h 838615"/>
              <a:gd name="connsiteX17" fmla="*/ 0 w 1798983"/>
              <a:gd name="connsiteY17" fmla="*/ 687457 h 838615"/>
              <a:gd name="connsiteX18" fmla="*/ 0 w 1798983"/>
              <a:gd name="connsiteY18" fmla="*/ 481220 h 838615"/>
              <a:gd name="connsiteX19" fmla="*/ 0 w 1798983"/>
              <a:gd name="connsiteY19" fmla="*/ 481220 h 838615"/>
              <a:gd name="connsiteX20" fmla="*/ 0 w 1798983"/>
              <a:gd name="connsiteY20" fmla="*/ 137494 h 838615"/>
              <a:gd name="connsiteX0" fmla="*/ 0 w 1798983"/>
              <a:gd name="connsiteY0" fmla="*/ 137494 h 824948"/>
              <a:gd name="connsiteX1" fmla="*/ 137494 w 1798983"/>
              <a:gd name="connsiteY1" fmla="*/ 0 h 824948"/>
              <a:gd name="connsiteX2" fmla="*/ 271670 w 1798983"/>
              <a:gd name="connsiteY2" fmla="*/ 0 h 824948"/>
              <a:gd name="connsiteX3" fmla="*/ 271670 w 1798983"/>
              <a:gd name="connsiteY3" fmla="*/ 0 h 824948"/>
              <a:gd name="connsiteX4" fmla="*/ 679174 w 1798983"/>
              <a:gd name="connsiteY4" fmla="*/ 0 h 824948"/>
              <a:gd name="connsiteX5" fmla="*/ 1492523 w 1798983"/>
              <a:gd name="connsiteY5" fmla="*/ 0 h 824948"/>
              <a:gd name="connsiteX6" fmla="*/ 1630017 w 1798983"/>
              <a:gd name="connsiteY6" fmla="*/ 137494 h 824948"/>
              <a:gd name="connsiteX7" fmla="*/ 1798983 w 1798983"/>
              <a:gd name="connsiteY7" fmla="*/ 401707 h 824948"/>
              <a:gd name="connsiteX8" fmla="*/ 1798982 w 1798983"/>
              <a:gd name="connsiteY8" fmla="*/ 451403 h 824948"/>
              <a:gd name="connsiteX9" fmla="*/ 1630017 w 1798983"/>
              <a:gd name="connsiteY9" fmla="*/ 687457 h 824948"/>
              <a:gd name="connsiteX10" fmla="*/ 1630017 w 1798983"/>
              <a:gd name="connsiteY10" fmla="*/ 687454 h 824948"/>
              <a:gd name="connsiteX11" fmla="*/ 1492523 w 1798983"/>
              <a:gd name="connsiteY11" fmla="*/ 824948 h 824948"/>
              <a:gd name="connsiteX12" fmla="*/ 679174 w 1798983"/>
              <a:gd name="connsiteY12" fmla="*/ 824948 h 824948"/>
              <a:gd name="connsiteX13" fmla="*/ 271670 w 1798983"/>
              <a:gd name="connsiteY13" fmla="*/ 824948 h 824948"/>
              <a:gd name="connsiteX14" fmla="*/ 137494 w 1798983"/>
              <a:gd name="connsiteY14" fmla="*/ 824948 h 824948"/>
              <a:gd name="connsiteX15" fmla="*/ 0 w 1798983"/>
              <a:gd name="connsiteY15" fmla="*/ 687454 h 824948"/>
              <a:gd name="connsiteX16" fmla="*/ 0 w 1798983"/>
              <a:gd name="connsiteY16" fmla="*/ 687457 h 824948"/>
              <a:gd name="connsiteX17" fmla="*/ 0 w 1798983"/>
              <a:gd name="connsiteY17" fmla="*/ 481220 h 824948"/>
              <a:gd name="connsiteX18" fmla="*/ 0 w 1798983"/>
              <a:gd name="connsiteY18" fmla="*/ 481220 h 824948"/>
              <a:gd name="connsiteX19" fmla="*/ 0 w 1798983"/>
              <a:gd name="connsiteY19" fmla="*/ 137494 h 824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98983" h="824948">
                <a:moveTo>
                  <a:pt x="0" y="137494"/>
                </a:moveTo>
                <a:cubicBezTo>
                  <a:pt x="0" y="61558"/>
                  <a:pt x="61558" y="0"/>
                  <a:pt x="137494" y="0"/>
                </a:cubicBezTo>
                <a:lnTo>
                  <a:pt x="271670" y="0"/>
                </a:lnTo>
                <a:lnTo>
                  <a:pt x="271670" y="0"/>
                </a:lnTo>
                <a:lnTo>
                  <a:pt x="679174" y="0"/>
                </a:lnTo>
                <a:lnTo>
                  <a:pt x="1492523" y="0"/>
                </a:lnTo>
                <a:cubicBezTo>
                  <a:pt x="1568459" y="0"/>
                  <a:pt x="1630017" y="61558"/>
                  <a:pt x="1630017" y="137494"/>
                </a:cubicBezTo>
                <a:lnTo>
                  <a:pt x="1798983" y="401707"/>
                </a:lnTo>
                <a:cubicBezTo>
                  <a:pt x="1798983" y="418272"/>
                  <a:pt x="1798982" y="434838"/>
                  <a:pt x="1798982" y="451403"/>
                </a:cubicBezTo>
                <a:lnTo>
                  <a:pt x="1630017" y="687457"/>
                </a:lnTo>
                <a:lnTo>
                  <a:pt x="1630017" y="687454"/>
                </a:lnTo>
                <a:cubicBezTo>
                  <a:pt x="1630017" y="763390"/>
                  <a:pt x="1568459" y="824948"/>
                  <a:pt x="1492523" y="824948"/>
                </a:cubicBezTo>
                <a:lnTo>
                  <a:pt x="679174" y="824948"/>
                </a:lnTo>
                <a:lnTo>
                  <a:pt x="271670" y="824948"/>
                </a:lnTo>
                <a:lnTo>
                  <a:pt x="137494" y="824948"/>
                </a:lnTo>
                <a:cubicBezTo>
                  <a:pt x="61558" y="824948"/>
                  <a:pt x="0" y="763390"/>
                  <a:pt x="0" y="687454"/>
                </a:cubicBezTo>
                <a:lnTo>
                  <a:pt x="0" y="687457"/>
                </a:lnTo>
                <a:lnTo>
                  <a:pt x="0" y="481220"/>
                </a:lnTo>
                <a:lnTo>
                  <a:pt x="0" y="481220"/>
                </a:lnTo>
                <a:lnTo>
                  <a:pt x="0" y="137494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1602483" y="289168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数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字可更改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6" name="圆角矩形标注 5"/>
          <p:cNvSpPr/>
          <p:nvPr/>
        </p:nvSpPr>
        <p:spPr>
          <a:xfrm>
            <a:off x="1987150" y="6048963"/>
            <a:ext cx="2495398" cy="695501"/>
          </a:xfrm>
          <a:custGeom>
            <a:avLst/>
            <a:gdLst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1176367 w 4033211"/>
              <a:gd name="connsiteY13" fmla="*/ 883340 h 785191"/>
              <a:gd name="connsiteX14" fmla="*/ 672202 w 4033211"/>
              <a:gd name="connsiteY14" fmla="*/ 785191 h 785191"/>
              <a:gd name="connsiteX15" fmla="*/ 130868 w 4033211"/>
              <a:gd name="connsiteY15" fmla="*/ 785191 h 785191"/>
              <a:gd name="connsiteX16" fmla="*/ 0 w 4033211"/>
              <a:gd name="connsiteY16" fmla="*/ 654323 h 785191"/>
              <a:gd name="connsiteX17" fmla="*/ 0 w 4033211"/>
              <a:gd name="connsiteY17" fmla="*/ 654326 h 785191"/>
              <a:gd name="connsiteX18" fmla="*/ 0 w 4033211"/>
              <a:gd name="connsiteY18" fmla="*/ 458028 h 785191"/>
              <a:gd name="connsiteX19" fmla="*/ 0 w 4033211"/>
              <a:gd name="connsiteY19" fmla="*/ 458028 h 785191"/>
              <a:gd name="connsiteX20" fmla="*/ 0 w 4033211"/>
              <a:gd name="connsiteY20" fmla="*/ 130868 h 785191"/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672202 w 4033211"/>
              <a:gd name="connsiteY13" fmla="*/ 785191 h 785191"/>
              <a:gd name="connsiteX14" fmla="*/ 130868 w 4033211"/>
              <a:gd name="connsiteY14" fmla="*/ 785191 h 785191"/>
              <a:gd name="connsiteX15" fmla="*/ 0 w 4033211"/>
              <a:gd name="connsiteY15" fmla="*/ 654323 h 785191"/>
              <a:gd name="connsiteX16" fmla="*/ 0 w 4033211"/>
              <a:gd name="connsiteY16" fmla="*/ 654326 h 785191"/>
              <a:gd name="connsiteX17" fmla="*/ 0 w 4033211"/>
              <a:gd name="connsiteY17" fmla="*/ 458028 h 785191"/>
              <a:gd name="connsiteX18" fmla="*/ 0 w 4033211"/>
              <a:gd name="connsiteY18" fmla="*/ 458028 h 785191"/>
              <a:gd name="connsiteX19" fmla="*/ 0 w 4033211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268357 w 4301568"/>
              <a:gd name="connsiteY17" fmla="*/ 458028 h 785191"/>
              <a:gd name="connsiteX18" fmla="*/ 0 w 4301568"/>
              <a:gd name="connsiteY18" fmla="*/ 378515 h 785191"/>
              <a:gd name="connsiteX19" fmla="*/ 268357 w 4301568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0 w 4301568"/>
              <a:gd name="connsiteY17" fmla="*/ 378515 h 785191"/>
              <a:gd name="connsiteX18" fmla="*/ 268357 w 4301568"/>
              <a:gd name="connsiteY18" fmla="*/ 130868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01568" h="785191">
                <a:moveTo>
                  <a:pt x="268357" y="130868"/>
                </a:moveTo>
                <a:cubicBezTo>
                  <a:pt x="268357" y="58592"/>
                  <a:pt x="326949" y="0"/>
                  <a:pt x="399225" y="0"/>
                </a:cubicBezTo>
                <a:lnTo>
                  <a:pt x="940559" y="0"/>
                </a:lnTo>
                <a:lnTo>
                  <a:pt x="940559" y="0"/>
                </a:lnTo>
                <a:lnTo>
                  <a:pt x="1948862" y="0"/>
                </a:lnTo>
                <a:lnTo>
                  <a:pt x="4170700" y="0"/>
                </a:lnTo>
                <a:cubicBezTo>
                  <a:pt x="4242976" y="0"/>
                  <a:pt x="4301568" y="58592"/>
                  <a:pt x="4301568" y="130868"/>
                </a:cubicBezTo>
                <a:lnTo>
                  <a:pt x="4301568" y="458028"/>
                </a:lnTo>
                <a:lnTo>
                  <a:pt x="4301568" y="458028"/>
                </a:lnTo>
                <a:lnTo>
                  <a:pt x="4301568" y="654326"/>
                </a:lnTo>
                <a:lnTo>
                  <a:pt x="4301568" y="654323"/>
                </a:lnTo>
                <a:cubicBezTo>
                  <a:pt x="4301568" y="726599"/>
                  <a:pt x="4242976" y="785191"/>
                  <a:pt x="4170700" y="785191"/>
                </a:cubicBezTo>
                <a:lnTo>
                  <a:pt x="1948862" y="785191"/>
                </a:lnTo>
                <a:lnTo>
                  <a:pt x="940559" y="785191"/>
                </a:lnTo>
                <a:lnTo>
                  <a:pt x="399225" y="785191"/>
                </a:lnTo>
                <a:cubicBezTo>
                  <a:pt x="326949" y="785191"/>
                  <a:pt x="268357" y="726599"/>
                  <a:pt x="268357" y="654323"/>
                </a:cubicBezTo>
                <a:lnTo>
                  <a:pt x="268357" y="654326"/>
                </a:lnTo>
                <a:lnTo>
                  <a:pt x="0" y="378515"/>
                </a:lnTo>
                <a:lnTo>
                  <a:pt x="268357" y="130868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2459982" y="6212048"/>
            <a:ext cx="1823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辅助图形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不改动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3" name="圆角矩形标注 5"/>
          <p:cNvSpPr/>
          <p:nvPr/>
        </p:nvSpPr>
        <p:spPr>
          <a:xfrm>
            <a:off x="3371873" y="210091"/>
            <a:ext cx="2064831" cy="656223"/>
          </a:xfrm>
          <a:custGeom>
            <a:avLst/>
            <a:gdLst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1176367 w 4033211"/>
              <a:gd name="connsiteY13" fmla="*/ 883340 h 785191"/>
              <a:gd name="connsiteX14" fmla="*/ 672202 w 4033211"/>
              <a:gd name="connsiteY14" fmla="*/ 785191 h 785191"/>
              <a:gd name="connsiteX15" fmla="*/ 130868 w 4033211"/>
              <a:gd name="connsiteY15" fmla="*/ 785191 h 785191"/>
              <a:gd name="connsiteX16" fmla="*/ 0 w 4033211"/>
              <a:gd name="connsiteY16" fmla="*/ 654323 h 785191"/>
              <a:gd name="connsiteX17" fmla="*/ 0 w 4033211"/>
              <a:gd name="connsiteY17" fmla="*/ 654326 h 785191"/>
              <a:gd name="connsiteX18" fmla="*/ 0 w 4033211"/>
              <a:gd name="connsiteY18" fmla="*/ 458028 h 785191"/>
              <a:gd name="connsiteX19" fmla="*/ 0 w 4033211"/>
              <a:gd name="connsiteY19" fmla="*/ 458028 h 785191"/>
              <a:gd name="connsiteX20" fmla="*/ 0 w 4033211"/>
              <a:gd name="connsiteY20" fmla="*/ 130868 h 785191"/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672202 w 4033211"/>
              <a:gd name="connsiteY13" fmla="*/ 785191 h 785191"/>
              <a:gd name="connsiteX14" fmla="*/ 130868 w 4033211"/>
              <a:gd name="connsiteY14" fmla="*/ 785191 h 785191"/>
              <a:gd name="connsiteX15" fmla="*/ 0 w 4033211"/>
              <a:gd name="connsiteY15" fmla="*/ 654323 h 785191"/>
              <a:gd name="connsiteX16" fmla="*/ 0 w 4033211"/>
              <a:gd name="connsiteY16" fmla="*/ 654326 h 785191"/>
              <a:gd name="connsiteX17" fmla="*/ 0 w 4033211"/>
              <a:gd name="connsiteY17" fmla="*/ 458028 h 785191"/>
              <a:gd name="connsiteX18" fmla="*/ 0 w 4033211"/>
              <a:gd name="connsiteY18" fmla="*/ 458028 h 785191"/>
              <a:gd name="connsiteX19" fmla="*/ 0 w 4033211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268357 w 4301568"/>
              <a:gd name="connsiteY17" fmla="*/ 458028 h 785191"/>
              <a:gd name="connsiteX18" fmla="*/ 0 w 4301568"/>
              <a:gd name="connsiteY18" fmla="*/ 378515 h 785191"/>
              <a:gd name="connsiteX19" fmla="*/ 268357 w 4301568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0 w 4301568"/>
              <a:gd name="connsiteY17" fmla="*/ 378515 h 785191"/>
              <a:gd name="connsiteX18" fmla="*/ 268357 w 4301568"/>
              <a:gd name="connsiteY18" fmla="*/ 130868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01568" h="785191">
                <a:moveTo>
                  <a:pt x="268357" y="130868"/>
                </a:moveTo>
                <a:cubicBezTo>
                  <a:pt x="268357" y="58592"/>
                  <a:pt x="326949" y="0"/>
                  <a:pt x="399225" y="0"/>
                </a:cubicBezTo>
                <a:lnTo>
                  <a:pt x="940559" y="0"/>
                </a:lnTo>
                <a:lnTo>
                  <a:pt x="940559" y="0"/>
                </a:lnTo>
                <a:lnTo>
                  <a:pt x="1948862" y="0"/>
                </a:lnTo>
                <a:lnTo>
                  <a:pt x="4170700" y="0"/>
                </a:lnTo>
                <a:cubicBezTo>
                  <a:pt x="4242976" y="0"/>
                  <a:pt x="4301568" y="58592"/>
                  <a:pt x="4301568" y="130868"/>
                </a:cubicBezTo>
                <a:lnTo>
                  <a:pt x="4301568" y="458028"/>
                </a:lnTo>
                <a:lnTo>
                  <a:pt x="4301568" y="458028"/>
                </a:lnTo>
                <a:lnTo>
                  <a:pt x="4301568" y="654326"/>
                </a:lnTo>
                <a:lnTo>
                  <a:pt x="4301568" y="654323"/>
                </a:lnTo>
                <a:cubicBezTo>
                  <a:pt x="4301568" y="726599"/>
                  <a:pt x="4242976" y="785191"/>
                  <a:pt x="4170700" y="785191"/>
                </a:cubicBezTo>
                <a:lnTo>
                  <a:pt x="1948862" y="785191"/>
                </a:lnTo>
                <a:lnTo>
                  <a:pt x="940559" y="785191"/>
                </a:lnTo>
                <a:lnTo>
                  <a:pt x="399225" y="785191"/>
                </a:lnTo>
                <a:cubicBezTo>
                  <a:pt x="326949" y="785191"/>
                  <a:pt x="268357" y="726599"/>
                  <a:pt x="268357" y="654323"/>
                </a:cubicBezTo>
                <a:lnTo>
                  <a:pt x="268357" y="654326"/>
                </a:lnTo>
                <a:lnTo>
                  <a:pt x="0" y="378515"/>
                </a:lnTo>
                <a:lnTo>
                  <a:pt x="268357" y="130868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844705" y="353537"/>
            <a:ext cx="136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logo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不变动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426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标注 5"/>
          <p:cNvSpPr/>
          <p:nvPr/>
        </p:nvSpPr>
        <p:spPr>
          <a:xfrm>
            <a:off x="3836502" y="1152939"/>
            <a:ext cx="5149217" cy="1002698"/>
          </a:xfrm>
          <a:custGeom>
            <a:avLst/>
            <a:gdLst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1176367 w 4033211"/>
              <a:gd name="connsiteY13" fmla="*/ 883340 h 785191"/>
              <a:gd name="connsiteX14" fmla="*/ 672202 w 4033211"/>
              <a:gd name="connsiteY14" fmla="*/ 785191 h 785191"/>
              <a:gd name="connsiteX15" fmla="*/ 130868 w 4033211"/>
              <a:gd name="connsiteY15" fmla="*/ 785191 h 785191"/>
              <a:gd name="connsiteX16" fmla="*/ 0 w 4033211"/>
              <a:gd name="connsiteY16" fmla="*/ 654323 h 785191"/>
              <a:gd name="connsiteX17" fmla="*/ 0 w 4033211"/>
              <a:gd name="connsiteY17" fmla="*/ 654326 h 785191"/>
              <a:gd name="connsiteX18" fmla="*/ 0 w 4033211"/>
              <a:gd name="connsiteY18" fmla="*/ 458028 h 785191"/>
              <a:gd name="connsiteX19" fmla="*/ 0 w 4033211"/>
              <a:gd name="connsiteY19" fmla="*/ 458028 h 785191"/>
              <a:gd name="connsiteX20" fmla="*/ 0 w 4033211"/>
              <a:gd name="connsiteY20" fmla="*/ 130868 h 785191"/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672202 w 4033211"/>
              <a:gd name="connsiteY13" fmla="*/ 785191 h 785191"/>
              <a:gd name="connsiteX14" fmla="*/ 130868 w 4033211"/>
              <a:gd name="connsiteY14" fmla="*/ 785191 h 785191"/>
              <a:gd name="connsiteX15" fmla="*/ 0 w 4033211"/>
              <a:gd name="connsiteY15" fmla="*/ 654323 h 785191"/>
              <a:gd name="connsiteX16" fmla="*/ 0 w 4033211"/>
              <a:gd name="connsiteY16" fmla="*/ 654326 h 785191"/>
              <a:gd name="connsiteX17" fmla="*/ 0 w 4033211"/>
              <a:gd name="connsiteY17" fmla="*/ 458028 h 785191"/>
              <a:gd name="connsiteX18" fmla="*/ 0 w 4033211"/>
              <a:gd name="connsiteY18" fmla="*/ 458028 h 785191"/>
              <a:gd name="connsiteX19" fmla="*/ 0 w 4033211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268357 w 4301568"/>
              <a:gd name="connsiteY17" fmla="*/ 458028 h 785191"/>
              <a:gd name="connsiteX18" fmla="*/ 0 w 4301568"/>
              <a:gd name="connsiteY18" fmla="*/ 378515 h 785191"/>
              <a:gd name="connsiteX19" fmla="*/ 268357 w 4301568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0 w 4301568"/>
              <a:gd name="connsiteY17" fmla="*/ 378515 h 785191"/>
              <a:gd name="connsiteX18" fmla="*/ 268357 w 4301568"/>
              <a:gd name="connsiteY18" fmla="*/ 130868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01568" h="785191">
                <a:moveTo>
                  <a:pt x="268357" y="130868"/>
                </a:moveTo>
                <a:cubicBezTo>
                  <a:pt x="268357" y="58592"/>
                  <a:pt x="326949" y="0"/>
                  <a:pt x="399225" y="0"/>
                </a:cubicBezTo>
                <a:lnTo>
                  <a:pt x="940559" y="0"/>
                </a:lnTo>
                <a:lnTo>
                  <a:pt x="940559" y="0"/>
                </a:lnTo>
                <a:lnTo>
                  <a:pt x="1948862" y="0"/>
                </a:lnTo>
                <a:lnTo>
                  <a:pt x="4170700" y="0"/>
                </a:lnTo>
                <a:cubicBezTo>
                  <a:pt x="4242976" y="0"/>
                  <a:pt x="4301568" y="58592"/>
                  <a:pt x="4301568" y="130868"/>
                </a:cubicBezTo>
                <a:lnTo>
                  <a:pt x="4301568" y="458028"/>
                </a:lnTo>
                <a:lnTo>
                  <a:pt x="4301568" y="458028"/>
                </a:lnTo>
                <a:lnTo>
                  <a:pt x="4301568" y="654326"/>
                </a:lnTo>
                <a:lnTo>
                  <a:pt x="4301568" y="654323"/>
                </a:lnTo>
                <a:cubicBezTo>
                  <a:pt x="4301568" y="726599"/>
                  <a:pt x="4242976" y="785191"/>
                  <a:pt x="4170700" y="785191"/>
                </a:cubicBezTo>
                <a:lnTo>
                  <a:pt x="1948862" y="785191"/>
                </a:lnTo>
                <a:lnTo>
                  <a:pt x="940559" y="785191"/>
                </a:lnTo>
                <a:lnTo>
                  <a:pt x="399225" y="785191"/>
                </a:lnTo>
                <a:cubicBezTo>
                  <a:pt x="326949" y="785191"/>
                  <a:pt x="268357" y="726599"/>
                  <a:pt x="268357" y="654323"/>
                </a:cubicBezTo>
                <a:lnTo>
                  <a:pt x="268357" y="654326"/>
                </a:lnTo>
                <a:lnTo>
                  <a:pt x="0" y="378515"/>
                </a:lnTo>
                <a:lnTo>
                  <a:pt x="268357" y="130868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542404" y="2249581"/>
            <a:ext cx="122943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 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2019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年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6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月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25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日，固体废物污染环境防治法修订草案初次提请全国人大常委会审议。草案对“生活垃圾污染环境的防治”进行了专章规定。</a:t>
            </a:r>
          </a:p>
          <a:p>
            <a:pPr>
              <a:lnSpc>
                <a:spcPct val="200000"/>
              </a:lnSpc>
            </a:pP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　　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2019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年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9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月，为深入贯彻落实习近平总书记关于垃圾分类工作的重要指示精神，推动全国公共机构做好生活垃圾分类工作，发挥率先示范作用，国家机 关事务管理局印发通知，公布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《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公共机构生活垃圾分类工作评价参考标准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》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，并就进一步推进有关工作提出要求。</a:t>
            </a:r>
            <a:endParaRPr lang="en-US" altLang="zh-CN" sz="1400" dirty="0">
              <a:latin typeface="思源黑体 CN Normal" pitchFamily="34" charset="-122"/>
              <a:ea typeface="思源黑体 CN Normal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       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2020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年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5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月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26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日 东莞市人民政府关于印发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《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东莞市生活垃圾分类三年行动方案（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2020–2022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年）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》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的通知。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       2020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年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6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月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30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日东莞市松山湖高新区管委会印发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《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松山湖高新区生活垃圾分类三年行动方案（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2020-2022</a:t>
            </a:r>
            <a:r>
              <a:rPr lang="zh-CN" altLang="en-US" sz="1400" dirty="0">
                <a:latin typeface="思源黑体 CN Normal" pitchFamily="34" charset="-122"/>
                <a:ea typeface="思源黑体 CN Normal" pitchFamily="34" charset="-122"/>
              </a:rPr>
              <a:t>年）</a:t>
            </a:r>
            <a:r>
              <a:rPr lang="en-US" altLang="zh-CN" sz="1400" dirty="0">
                <a:latin typeface="思源黑体 CN Normal" pitchFamily="34" charset="-122"/>
                <a:ea typeface="思源黑体 CN Normal" pitchFamily="34" charset="-122"/>
              </a:rPr>
              <a:t>》</a:t>
            </a:r>
            <a:r>
              <a:rPr lang="zh-CN" altLang="en-US" sz="1400" dirty="0" smtClean="0">
                <a:latin typeface="思源黑体 CN Normal" pitchFamily="34" charset="-122"/>
                <a:ea typeface="思源黑体 CN Normal" pitchFamily="34" charset="-122"/>
              </a:rPr>
              <a:t>。</a:t>
            </a:r>
            <a:endParaRPr lang="zh-CN" altLang="en-US" sz="1400" dirty="0">
              <a:latin typeface="思源黑体 CN Normal" pitchFamily="34" charset="-122"/>
              <a:ea typeface="思源黑体 CN Normal" pitchFamily="34" charset="-122"/>
            </a:endParaRPr>
          </a:p>
        </p:txBody>
      </p:sp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912951" y="4818266"/>
            <a:ext cx="9352307" cy="1236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 smtClean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2019</a:t>
            </a:r>
            <a:r>
              <a:rPr lang="zh-CN" altLang="en-US" sz="2000" dirty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年</a:t>
            </a:r>
            <a:r>
              <a:rPr lang="en-US" altLang="zh-CN" sz="2000" dirty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12</a:t>
            </a:r>
            <a:r>
              <a:rPr lang="zh-CN" altLang="en-US" sz="2000" dirty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月</a:t>
            </a:r>
            <a:r>
              <a:rPr lang="en-US" altLang="zh-CN" sz="2000" dirty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1</a:t>
            </a:r>
            <a:r>
              <a:rPr lang="zh-CN" altLang="en-US" sz="2000" dirty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日起，我校在学生宿舍楼实施垃圾分类的试点工作。</a:t>
            </a:r>
          </a:p>
          <a:p>
            <a:pPr>
              <a:lnSpc>
                <a:spcPct val="200000"/>
              </a:lnSpc>
            </a:pPr>
            <a:r>
              <a:rPr lang="en-US" altLang="zh-CN" sz="2000" dirty="0" smtClean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2020</a:t>
            </a:r>
            <a:r>
              <a:rPr lang="zh-CN" altLang="en-US" sz="2000" dirty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年</a:t>
            </a:r>
            <a:r>
              <a:rPr lang="en-US" altLang="zh-CN" sz="2000" dirty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9</a:t>
            </a:r>
            <a:r>
              <a:rPr lang="zh-CN" altLang="en-US" sz="2000" dirty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月，我校松山湖校区发布生活垃圾分类实施方案，全面开展垃圾分类工作。</a:t>
            </a:r>
          </a:p>
        </p:txBody>
      </p:sp>
      <p:sp>
        <p:nvSpPr>
          <p:cNvPr id="5" name="矩形 4"/>
          <p:cNvSpPr/>
          <p:nvPr/>
        </p:nvSpPr>
        <p:spPr>
          <a:xfrm>
            <a:off x="868950" y="1287467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</a:rPr>
              <a:t>垃圾分类推进过程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09335" y="1202490"/>
            <a:ext cx="467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24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号  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思源黑体</a:t>
            </a:r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bold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  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 凡一级标题都使用此种格式，并保持每个页面字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体大小、位置、颜色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、三角辅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助图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形统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一。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5" name="圆角矩形标注 5"/>
          <p:cNvSpPr/>
          <p:nvPr/>
        </p:nvSpPr>
        <p:spPr>
          <a:xfrm>
            <a:off x="9336410" y="3293597"/>
            <a:ext cx="4301568" cy="1002698"/>
          </a:xfrm>
          <a:custGeom>
            <a:avLst/>
            <a:gdLst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1176367 w 4033211"/>
              <a:gd name="connsiteY13" fmla="*/ 883340 h 785191"/>
              <a:gd name="connsiteX14" fmla="*/ 672202 w 4033211"/>
              <a:gd name="connsiteY14" fmla="*/ 785191 h 785191"/>
              <a:gd name="connsiteX15" fmla="*/ 130868 w 4033211"/>
              <a:gd name="connsiteY15" fmla="*/ 785191 h 785191"/>
              <a:gd name="connsiteX16" fmla="*/ 0 w 4033211"/>
              <a:gd name="connsiteY16" fmla="*/ 654323 h 785191"/>
              <a:gd name="connsiteX17" fmla="*/ 0 w 4033211"/>
              <a:gd name="connsiteY17" fmla="*/ 654326 h 785191"/>
              <a:gd name="connsiteX18" fmla="*/ 0 w 4033211"/>
              <a:gd name="connsiteY18" fmla="*/ 458028 h 785191"/>
              <a:gd name="connsiteX19" fmla="*/ 0 w 4033211"/>
              <a:gd name="connsiteY19" fmla="*/ 458028 h 785191"/>
              <a:gd name="connsiteX20" fmla="*/ 0 w 4033211"/>
              <a:gd name="connsiteY20" fmla="*/ 130868 h 785191"/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672202 w 4033211"/>
              <a:gd name="connsiteY13" fmla="*/ 785191 h 785191"/>
              <a:gd name="connsiteX14" fmla="*/ 130868 w 4033211"/>
              <a:gd name="connsiteY14" fmla="*/ 785191 h 785191"/>
              <a:gd name="connsiteX15" fmla="*/ 0 w 4033211"/>
              <a:gd name="connsiteY15" fmla="*/ 654323 h 785191"/>
              <a:gd name="connsiteX16" fmla="*/ 0 w 4033211"/>
              <a:gd name="connsiteY16" fmla="*/ 654326 h 785191"/>
              <a:gd name="connsiteX17" fmla="*/ 0 w 4033211"/>
              <a:gd name="connsiteY17" fmla="*/ 458028 h 785191"/>
              <a:gd name="connsiteX18" fmla="*/ 0 w 4033211"/>
              <a:gd name="connsiteY18" fmla="*/ 458028 h 785191"/>
              <a:gd name="connsiteX19" fmla="*/ 0 w 4033211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268357 w 4301568"/>
              <a:gd name="connsiteY17" fmla="*/ 458028 h 785191"/>
              <a:gd name="connsiteX18" fmla="*/ 0 w 4301568"/>
              <a:gd name="connsiteY18" fmla="*/ 378515 h 785191"/>
              <a:gd name="connsiteX19" fmla="*/ 268357 w 4301568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0 w 4301568"/>
              <a:gd name="connsiteY17" fmla="*/ 378515 h 785191"/>
              <a:gd name="connsiteX18" fmla="*/ 268357 w 4301568"/>
              <a:gd name="connsiteY18" fmla="*/ 130868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01568" h="785191">
                <a:moveTo>
                  <a:pt x="268357" y="130868"/>
                </a:moveTo>
                <a:cubicBezTo>
                  <a:pt x="268357" y="58592"/>
                  <a:pt x="326949" y="0"/>
                  <a:pt x="399225" y="0"/>
                </a:cubicBezTo>
                <a:lnTo>
                  <a:pt x="940559" y="0"/>
                </a:lnTo>
                <a:lnTo>
                  <a:pt x="940559" y="0"/>
                </a:lnTo>
                <a:lnTo>
                  <a:pt x="1948862" y="0"/>
                </a:lnTo>
                <a:lnTo>
                  <a:pt x="4170700" y="0"/>
                </a:lnTo>
                <a:cubicBezTo>
                  <a:pt x="4242976" y="0"/>
                  <a:pt x="4301568" y="58592"/>
                  <a:pt x="4301568" y="130868"/>
                </a:cubicBezTo>
                <a:lnTo>
                  <a:pt x="4301568" y="458028"/>
                </a:lnTo>
                <a:lnTo>
                  <a:pt x="4301568" y="458028"/>
                </a:lnTo>
                <a:lnTo>
                  <a:pt x="4301568" y="654326"/>
                </a:lnTo>
                <a:lnTo>
                  <a:pt x="4301568" y="654323"/>
                </a:lnTo>
                <a:cubicBezTo>
                  <a:pt x="4301568" y="726599"/>
                  <a:pt x="4242976" y="785191"/>
                  <a:pt x="4170700" y="785191"/>
                </a:cubicBezTo>
                <a:lnTo>
                  <a:pt x="1948862" y="785191"/>
                </a:lnTo>
                <a:lnTo>
                  <a:pt x="940559" y="785191"/>
                </a:lnTo>
                <a:lnTo>
                  <a:pt x="399225" y="785191"/>
                </a:lnTo>
                <a:cubicBezTo>
                  <a:pt x="326949" y="785191"/>
                  <a:pt x="268357" y="726599"/>
                  <a:pt x="268357" y="654323"/>
                </a:cubicBezTo>
                <a:lnTo>
                  <a:pt x="268357" y="654326"/>
                </a:lnTo>
                <a:lnTo>
                  <a:pt x="0" y="378515"/>
                </a:lnTo>
                <a:lnTo>
                  <a:pt x="268357" y="130868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6" name="TextBox 15"/>
          <p:cNvSpPr txBox="1"/>
          <p:nvPr/>
        </p:nvSpPr>
        <p:spPr>
          <a:xfrm>
            <a:off x="9809241" y="3372965"/>
            <a:ext cx="3691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14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号  思源黑体</a:t>
            </a:r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normal  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凡是正文都使用此种格</a:t>
            </a:r>
            <a:r>
              <a:rPr lang="zh-CN" altLang="en-US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式，每个页面保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持字体、大小、颜色统一。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7" name="圆角矩形标注 5"/>
          <p:cNvSpPr/>
          <p:nvPr/>
        </p:nvSpPr>
        <p:spPr>
          <a:xfrm>
            <a:off x="8512887" y="4589375"/>
            <a:ext cx="4301568" cy="1002698"/>
          </a:xfrm>
          <a:custGeom>
            <a:avLst/>
            <a:gdLst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1176367 w 4033211"/>
              <a:gd name="connsiteY13" fmla="*/ 883340 h 785191"/>
              <a:gd name="connsiteX14" fmla="*/ 672202 w 4033211"/>
              <a:gd name="connsiteY14" fmla="*/ 785191 h 785191"/>
              <a:gd name="connsiteX15" fmla="*/ 130868 w 4033211"/>
              <a:gd name="connsiteY15" fmla="*/ 785191 h 785191"/>
              <a:gd name="connsiteX16" fmla="*/ 0 w 4033211"/>
              <a:gd name="connsiteY16" fmla="*/ 654323 h 785191"/>
              <a:gd name="connsiteX17" fmla="*/ 0 w 4033211"/>
              <a:gd name="connsiteY17" fmla="*/ 654326 h 785191"/>
              <a:gd name="connsiteX18" fmla="*/ 0 w 4033211"/>
              <a:gd name="connsiteY18" fmla="*/ 458028 h 785191"/>
              <a:gd name="connsiteX19" fmla="*/ 0 w 4033211"/>
              <a:gd name="connsiteY19" fmla="*/ 458028 h 785191"/>
              <a:gd name="connsiteX20" fmla="*/ 0 w 4033211"/>
              <a:gd name="connsiteY20" fmla="*/ 130868 h 785191"/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672202 w 4033211"/>
              <a:gd name="connsiteY13" fmla="*/ 785191 h 785191"/>
              <a:gd name="connsiteX14" fmla="*/ 130868 w 4033211"/>
              <a:gd name="connsiteY14" fmla="*/ 785191 h 785191"/>
              <a:gd name="connsiteX15" fmla="*/ 0 w 4033211"/>
              <a:gd name="connsiteY15" fmla="*/ 654323 h 785191"/>
              <a:gd name="connsiteX16" fmla="*/ 0 w 4033211"/>
              <a:gd name="connsiteY16" fmla="*/ 654326 h 785191"/>
              <a:gd name="connsiteX17" fmla="*/ 0 w 4033211"/>
              <a:gd name="connsiteY17" fmla="*/ 458028 h 785191"/>
              <a:gd name="connsiteX18" fmla="*/ 0 w 4033211"/>
              <a:gd name="connsiteY18" fmla="*/ 458028 h 785191"/>
              <a:gd name="connsiteX19" fmla="*/ 0 w 4033211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268357 w 4301568"/>
              <a:gd name="connsiteY17" fmla="*/ 458028 h 785191"/>
              <a:gd name="connsiteX18" fmla="*/ 0 w 4301568"/>
              <a:gd name="connsiteY18" fmla="*/ 378515 h 785191"/>
              <a:gd name="connsiteX19" fmla="*/ 268357 w 4301568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0 w 4301568"/>
              <a:gd name="connsiteY17" fmla="*/ 378515 h 785191"/>
              <a:gd name="connsiteX18" fmla="*/ 268357 w 4301568"/>
              <a:gd name="connsiteY18" fmla="*/ 130868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01568" h="785191">
                <a:moveTo>
                  <a:pt x="268357" y="130868"/>
                </a:moveTo>
                <a:cubicBezTo>
                  <a:pt x="268357" y="58592"/>
                  <a:pt x="326949" y="0"/>
                  <a:pt x="399225" y="0"/>
                </a:cubicBezTo>
                <a:lnTo>
                  <a:pt x="940559" y="0"/>
                </a:lnTo>
                <a:lnTo>
                  <a:pt x="940559" y="0"/>
                </a:lnTo>
                <a:lnTo>
                  <a:pt x="1948862" y="0"/>
                </a:lnTo>
                <a:lnTo>
                  <a:pt x="4170700" y="0"/>
                </a:lnTo>
                <a:cubicBezTo>
                  <a:pt x="4242976" y="0"/>
                  <a:pt x="4301568" y="58592"/>
                  <a:pt x="4301568" y="130868"/>
                </a:cubicBezTo>
                <a:lnTo>
                  <a:pt x="4301568" y="458028"/>
                </a:lnTo>
                <a:lnTo>
                  <a:pt x="4301568" y="458028"/>
                </a:lnTo>
                <a:lnTo>
                  <a:pt x="4301568" y="654326"/>
                </a:lnTo>
                <a:lnTo>
                  <a:pt x="4301568" y="654323"/>
                </a:lnTo>
                <a:cubicBezTo>
                  <a:pt x="4301568" y="726599"/>
                  <a:pt x="4242976" y="785191"/>
                  <a:pt x="4170700" y="785191"/>
                </a:cubicBezTo>
                <a:lnTo>
                  <a:pt x="1948862" y="785191"/>
                </a:lnTo>
                <a:lnTo>
                  <a:pt x="940559" y="785191"/>
                </a:lnTo>
                <a:lnTo>
                  <a:pt x="399225" y="785191"/>
                </a:lnTo>
                <a:cubicBezTo>
                  <a:pt x="326949" y="785191"/>
                  <a:pt x="268357" y="726599"/>
                  <a:pt x="268357" y="654323"/>
                </a:cubicBezTo>
                <a:lnTo>
                  <a:pt x="268357" y="654326"/>
                </a:lnTo>
                <a:lnTo>
                  <a:pt x="0" y="378515"/>
                </a:lnTo>
                <a:lnTo>
                  <a:pt x="268357" y="130868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" name="TextBox 17"/>
          <p:cNvSpPr txBox="1"/>
          <p:nvPr/>
        </p:nvSpPr>
        <p:spPr>
          <a:xfrm>
            <a:off x="8985718" y="4668815"/>
            <a:ext cx="3691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20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号  思源黑体</a:t>
            </a:r>
            <a:r>
              <a:rPr lang="en-US" altLang="zh-CN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bold  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凡事正文中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需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强调突出的内容</a:t>
            </a:r>
            <a:r>
              <a:rPr lang="zh-CN" altLang="en-US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，每个页面保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持字体、大小、颜色统一。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57201" y="904461"/>
            <a:ext cx="12761842" cy="6490252"/>
          </a:xfrm>
          <a:prstGeom prst="rect">
            <a:avLst/>
          </a:prstGeom>
          <a:noFill/>
          <a:ln w="19050">
            <a:solidFill>
              <a:srgbClr val="FF1D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标注 5"/>
          <p:cNvSpPr/>
          <p:nvPr/>
        </p:nvSpPr>
        <p:spPr>
          <a:xfrm>
            <a:off x="4123104" y="6962528"/>
            <a:ext cx="4301568" cy="849711"/>
          </a:xfrm>
          <a:custGeom>
            <a:avLst/>
            <a:gdLst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1176367 w 4033211"/>
              <a:gd name="connsiteY13" fmla="*/ 883340 h 785191"/>
              <a:gd name="connsiteX14" fmla="*/ 672202 w 4033211"/>
              <a:gd name="connsiteY14" fmla="*/ 785191 h 785191"/>
              <a:gd name="connsiteX15" fmla="*/ 130868 w 4033211"/>
              <a:gd name="connsiteY15" fmla="*/ 785191 h 785191"/>
              <a:gd name="connsiteX16" fmla="*/ 0 w 4033211"/>
              <a:gd name="connsiteY16" fmla="*/ 654323 h 785191"/>
              <a:gd name="connsiteX17" fmla="*/ 0 w 4033211"/>
              <a:gd name="connsiteY17" fmla="*/ 654326 h 785191"/>
              <a:gd name="connsiteX18" fmla="*/ 0 w 4033211"/>
              <a:gd name="connsiteY18" fmla="*/ 458028 h 785191"/>
              <a:gd name="connsiteX19" fmla="*/ 0 w 4033211"/>
              <a:gd name="connsiteY19" fmla="*/ 458028 h 785191"/>
              <a:gd name="connsiteX20" fmla="*/ 0 w 4033211"/>
              <a:gd name="connsiteY20" fmla="*/ 130868 h 785191"/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672202 w 4033211"/>
              <a:gd name="connsiteY13" fmla="*/ 785191 h 785191"/>
              <a:gd name="connsiteX14" fmla="*/ 130868 w 4033211"/>
              <a:gd name="connsiteY14" fmla="*/ 785191 h 785191"/>
              <a:gd name="connsiteX15" fmla="*/ 0 w 4033211"/>
              <a:gd name="connsiteY15" fmla="*/ 654323 h 785191"/>
              <a:gd name="connsiteX16" fmla="*/ 0 w 4033211"/>
              <a:gd name="connsiteY16" fmla="*/ 654326 h 785191"/>
              <a:gd name="connsiteX17" fmla="*/ 0 w 4033211"/>
              <a:gd name="connsiteY17" fmla="*/ 458028 h 785191"/>
              <a:gd name="connsiteX18" fmla="*/ 0 w 4033211"/>
              <a:gd name="connsiteY18" fmla="*/ 458028 h 785191"/>
              <a:gd name="connsiteX19" fmla="*/ 0 w 4033211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268357 w 4301568"/>
              <a:gd name="connsiteY17" fmla="*/ 458028 h 785191"/>
              <a:gd name="connsiteX18" fmla="*/ 0 w 4301568"/>
              <a:gd name="connsiteY18" fmla="*/ 378515 h 785191"/>
              <a:gd name="connsiteX19" fmla="*/ 268357 w 4301568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0 w 4301568"/>
              <a:gd name="connsiteY17" fmla="*/ 378515 h 785191"/>
              <a:gd name="connsiteX18" fmla="*/ 268357 w 4301568"/>
              <a:gd name="connsiteY18" fmla="*/ 130868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01568" h="785191">
                <a:moveTo>
                  <a:pt x="268357" y="130868"/>
                </a:moveTo>
                <a:cubicBezTo>
                  <a:pt x="268357" y="58592"/>
                  <a:pt x="326949" y="0"/>
                  <a:pt x="399225" y="0"/>
                </a:cubicBezTo>
                <a:lnTo>
                  <a:pt x="940559" y="0"/>
                </a:lnTo>
                <a:lnTo>
                  <a:pt x="940559" y="0"/>
                </a:lnTo>
                <a:lnTo>
                  <a:pt x="1948862" y="0"/>
                </a:lnTo>
                <a:lnTo>
                  <a:pt x="4170700" y="0"/>
                </a:lnTo>
                <a:cubicBezTo>
                  <a:pt x="4242976" y="0"/>
                  <a:pt x="4301568" y="58592"/>
                  <a:pt x="4301568" y="130868"/>
                </a:cubicBezTo>
                <a:lnTo>
                  <a:pt x="4301568" y="458028"/>
                </a:lnTo>
                <a:lnTo>
                  <a:pt x="4301568" y="458028"/>
                </a:lnTo>
                <a:lnTo>
                  <a:pt x="4301568" y="654326"/>
                </a:lnTo>
                <a:lnTo>
                  <a:pt x="4301568" y="654323"/>
                </a:lnTo>
                <a:cubicBezTo>
                  <a:pt x="4301568" y="726599"/>
                  <a:pt x="4242976" y="785191"/>
                  <a:pt x="4170700" y="785191"/>
                </a:cubicBezTo>
                <a:lnTo>
                  <a:pt x="1948862" y="785191"/>
                </a:lnTo>
                <a:lnTo>
                  <a:pt x="940559" y="785191"/>
                </a:lnTo>
                <a:lnTo>
                  <a:pt x="399225" y="785191"/>
                </a:lnTo>
                <a:cubicBezTo>
                  <a:pt x="326949" y="785191"/>
                  <a:pt x="268357" y="726599"/>
                  <a:pt x="268357" y="654323"/>
                </a:cubicBezTo>
                <a:lnTo>
                  <a:pt x="268357" y="654326"/>
                </a:lnTo>
                <a:lnTo>
                  <a:pt x="0" y="378515"/>
                </a:lnTo>
                <a:lnTo>
                  <a:pt x="268357" y="130868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TextBox 20"/>
          <p:cNvSpPr txBox="1"/>
          <p:nvPr/>
        </p:nvSpPr>
        <p:spPr>
          <a:xfrm>
            <a:off x="4595935" y="7041968"/>
            <a:ext cx="3691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排内容请在此框范围内排版，不要超过此红色框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t="26906" b="1052"/>
          <a:stretch>
            <a:fillRect/>
          </a:stretch>
        </p:blipFill>
        <p:spPr>
          <a:xfrm>
            <a:off x="2919777" y="1982591"/>
            <a:ext cx="3826561" cy="2068339"/>
          </a:xfrm>
          <a:prstGeom prst="rect">
            <a:avLst/>
          </a:prstGeom>
          <a:ln w="88900" cap="sq" cmpd="thickThin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t="6391" b="26740"/>
          <a:stretch>
            <a:fillRect/>
          </a:stretch>
        </p:blipFill>
        <p:spPr>
          <a:xfrm>
            <a:off x="6786398" y="1982591"/>
            <a:ext cx="4117242" cy="2068339"/>
          </a:xfrm>
          <a:prstGeom prst="rect">
            <a:avLst/>
          </a:prstGeom>
          <a:ln w="88900" cap="sq" cmpd="thickThin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66" t="20005" r="1176" b="12722"/>
          <a:stretch>
            <a:fillRect/>
          </a:stretch>
        </p:blipFill>
        <p:spPr>
          <a:xfrm rot="5400000">
            <a:off x="5969464" y="4595157"/>
            <a:ext cx="3088896" cy="2095960"/>
          </a:xfrm>
          <a:prstGeom prst="rect">
            <a:avLst/>
          </a:prstGeom>
          <a:ln w="88900" cap="sq" cmpd="thickThin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7" t="22804" r="20081" b="8572"/>
          <a:stretch>
            <a:fillRect/>
          </a:stretch>
        </p:blipFill>
        <p:spPr>
          <a:xfrm>
            <a:off x="2934060" y="4099767"/>
            <a:ext cx="3488487" cy="3087818"/>
          </a:xfrm>
          <a:prstGeom prst="rect">
            <a:avLst/>
          </a:prstGeom>
          <a:ln w="88900" cap="sq" cmpd="thickThin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60" t="39064" b="30515"/>
          <a:stretch>
            <a:fillRect/>
          </a:stretch>
        </p:blipFill>
        <p:spPr>
          <a:xfrm rot="5400000">
            <a:off x="8218587" y="4522495"/>
            <a:ext cx="3087818" cy="2262410"/>
          </a:xfrm>
          <a:prstGeom prst="rect">
            <a:avLst/>
          </a:prstGeom>
          <a:ln w="88900" cap="sq" cmpd="thickThin">
            <a:noFill/>
            <a:prstDash val="solid"/>
            <a:miter lim="800000"/>
            <a:headEnd/>
            <a:tailEnd/>
          </a:ln>
          <a:effectLst/>
        </p:spPr>
      </p:pic>
      <p:sp>
        <p:nvSpPr>
          <p:cNvPr id="14" name="文本框 7"/>
          <p:cNvSpPr txBox="1"/>
          <p:nvPr/>
        </p:nvSpPr>
        <p:spPr>
          <a:xfrm>
            <a:off x="987699" y="1185823"/>
            <a:ext cx="2699717" cy="588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</a:rPr>
              <a:t>配套了垃圾容器</a:t>
            </a:r>
            <a:endParaRPr lang="zh-CN" altLang="zh-CN" sz="2400" b="1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15" name="等腰三角形 14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标注 5"/>
          <p:cNvSpPr/>
          <p:nvPr/>
        </p:nvSpPr>
        <p:spPr>
          <a:xfrm>
            <a:off x="8571831" y="1048170"/>
            <a:ext cx="3444578" cy="785191"/>
          </a:xfrm>
          <a:custGeom>
            <a:avLst/>
            <a:gdLst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1176367 w 4033211"/>
              <a:gd name="connsiteY13" fmla="*/ 883340 h 785191"/>
              <a:gd name="connsiteX14" fmla="*/ 672202 w 4033211"/>
              <a:gd name="connsiteY14" fmla="*/ 785191 h 785191"/>
              <a:gd name="connsiteX15" fmla="*/ 130868 w 4033211"/>
              <a:gd name="connsiteY15" fmla="*/ 785191 h 785191"/>
              <a:gd name="connsiteX16" fmla="*/ 0 w 4033211"/>
              <a:gd name="connsiteY16" fmla="*/ 654323 h 785191"/>
              <a:gd name="connsiteX17" fmla="*/ 0 w 4033211"/>
              <a:gd name="connsiteY17" fmla="*/ 654326 h 785191"/>
              <a:gd name="connsiteX18" fmla="*/ 0 w 4033211"/>
              <a:gd name="connsiteY18" fmla="*/ 458028 h 785191"/>
              <a:gd name="connsiteX19" fmla="*/ 0 w 4033211"/>
              <a:gd name="connsiteY19" fmla="*/ 458028 h 785191"/>
              <a:gd name="connsiteX20" fmla="*/ 0 w 4033211"/>
              <a:gd name="connsiteY20" fmla="*/ 130868 h 785191"/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672202 w 4033211"/>
              <a:gd name="connsiteY13" fmla="*/ 785191 h 785191"/>
              <a:gd name="connsiteX14" fmla="*/ 130868 w 4033211"/>
              <a:gd name="connsiteY14" fmla="*/ 785191 h 785191"/>
              <a:gd name="connsiteX15" fmla="*/ 0 w 4033211"/>
              <a:gd name="connsiteY15" fmla="*/ 654323 h 785191"/>
              <a:gd name="connsiteX16" fmla="*/ 0 w 4033211"/>
              <a:gd name="connsiteY16" fmla="*/ 654326 h 785191"/>
              <a:gd name="connsiteX17" fmla="*/ 0 w 4033211"/>
              <a:gd name="connsiteY17" fmla="*/ 458028 h 785191"/>
              <a:gd name="connsiteX18" fmla="*/ 0 w 4033211"/>
              <a:gd name="connsiteY18" fmla="*/ 458028 h 785191"/>
              <a:gd name="connsiteX19" fmla="*/ 0 w 4033211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268357 w 4301568"/>
              <a:gd name="connsiteY17" fmla="*/ 458028 h 785191"/>
              <a:gd name="connsiteX18" fmla="*/ 0 w 4301568"/>
              <a:gd name="connsiteY18" fmla="*/ 378515 h 785191"/>
              <a:gd name="connsiteX19" fmla="*/ 268357 w 4301568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0 w 4301568"/>
              <a:gd name="connsiteY17" fmla="*/ 378515 h 785191"/>
              <a:gd name="connsiteX18" fmla="*/ 268357 w 4301568"/>
              <a:gd name="connsiteY18" fmla="*/ 130868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01568" h="785191">
                <a:moveTo>
                  <a:pt x="268357" y="130868"/>
                </a:moveTo>
                <a:cubicBezTo>
                  <a:pt x="268357" y="58592"/>
                  <a:pt x="326949" y="0"/>
                  <a:pt x="399225" y="0"/>
                </a:cubicBezTo>
                <a:lnTo>
                  <a:pt x="940559" y="0"/>
                </a:lnTo>
                <a:lnTo>
                  <a:pt x="940559" y="0"/>
                </a:lnTo>
                <a:lnTo>
                  <a:pt x="1948862" y="0"/>
                </a:lnTo>
                <a:lnTo>
                  <a:pt x="4170700" y="0"/>
                </a:lnTo>
                <a:cubicBezTo>
                  <a:pt x="4242976" y="0"/>
                  <a:pt x="4301568" y="58592"/>
                  <a:pt x="4301568" y="130868"/>
                </a:cubicBezTo>
                <a:lnTo>
                  <a:pt x="4301568" y="458028"/>
                </a:lnTo>
                <a:lnTo>
                  <a:pt x="4301568" y="458028"/>
                </a:lnTo>
                <a:lnTo>
                  <a:pt x="4301568" y="654326"/>
                </a:lnTo>
                <a:lnTo>
                  <a:pt x="4301568" y="654323"/>
                </a:lnTo>
                <a:cubicBezTo>
                  <a:pt x="4301568" y="726599"/>
                  <a:pt x="4242976" y="785191"/>
                  <a:pt x="4170700" y="785191"/>
                </a:cubicBezTo>
                <a:lnTo>
                  <a:pt x="1948862" y="785191"/>
                </a:lnTo>
                <a:lnTo>
                  <a:pt x="940559" y="785191"/>
                </a:lnTo>
                <a:lnTo>
                  <a:pt x="399225" y="785191"/>
                </a:lnTo>
                <a:cubicBezTo>
                  <a:pt x="326949" y="785191"/>
                  <a:pt x="268357" y="726599"/>
                  <a:pt x="268357" y="654323"/>
                </a:cubicBezTo>
                <a:lnTo>
                  <a:pt x="268357" y="654326"/>
                </a:lnTo>
                <a:lnTo>
                  <a:pt x="0" y="378515"/>
                </a:lnTo>
                <a:lnTo>
                  <a:pt x="268357" y="130868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9024785" y="1146300"/>
            <a:ext cx="2842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照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片不要叠放，不加边框，不加动作，边缘对齐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950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五边形 20"/>
          <p:cNvSpPr/>
          <p:nvPr/>
        </p:nvSpPr>
        <p:spPr>
          <a:xfrm>
            <a:off x="2011429" y="2349814"/>
            <a:ext cx="2567403" cy="2833947"/>
          </a:xfrm>
          <a:custGeom>
            <a:avLst/>
            <a:gdLst>
              <a:gd name="connsiteX0" fmla="*/ 0 w 2567402"/>
              <a:gd name="connsiteY0" fmla="*/ 0 h 2763078"/>
              <a:gd name="connsiteX1" fmla="*/ 1283701 w 2567402"/>
              <a:gd name="connsiteY1" fmla="*/ 0 h 2763078"/>
              <a:gd name="connsiteX2" fmla="*/ 2567402 w 2567402"/>
              <a:gd name="connsiteY2" fmla="*/ 1381539 h 2763078"/>
              <a:gd name="connsiteX3" fmla="*/ 1283701 w 2567402"/>
              <a:gd name="connsiteY3" fmla="*/ 2763078 h 2763078"/>
              <a:gd name="connsiteX4" fmla="*/ 0 w 2567402"/>
              <a:gd name="connsiteY4" fmla="*/ 2763078 h 2763078"/>
              <a:gd name="connsiteX5" fmla="*/ 0 w 2567402"/>
              <a:gd name="connsiteY5" fmla="*/ 0 h 2763078"/>
              <a:gd name="connsiteX0" fmla="*/ 0 w 2368620"/>
              <a:gd name="connsiteY0" fmla="*/ 0 h 2763078"/>
              <a:gd name="connsiteX1" fmla="*/ 1283701 w 2368620"/>
              <a:gd name="connsiteY1" fmla="*/ 0 h 2763078"/>
              <a:gd name="connsiteX2" fmla="*/ 2368620 w 2368620"/>
              <a:gd name="connsiteY2" fmla="*/ 1391478 h 2763078"/>
              <a:gd name="connsiteX3" fmla="*/ 1283701 w 2368620"/>
              <a:gd name="connsiteY3" fmla="*/ 2763078 h 2763078"/>
              <a:gd name="connsiteX4" fmla="*/ 0 w 2368620"/>
              <a:gd name="connsiteY4" fmla="*/ 2763078 h 2763078"/>
              <a:gd name="connsiteX5" fmla="*/ 0 w 2368620"/>
              <a:gd name="connsiteY5" fmla="*/ 0 h 2763078"/>
              <a:gd name="connsiteX0" fmla="*/ 0 w 2368620"/>
              <a:gd name="connsiteY0" fmla="*/ 0 h 2763078"/>
              <a:gd name="connsiteX1" fmla="*/ 1432788 w 2368620"/>
              <a:gd name="connsiteY1" fmla="*/ 0 h 2763078"/>
              <a:gd name="connsiteX2" fmla="*/ 2368620 w 2368620"/>
              <a:gd name="connsiteY2" fmla="*/ 1391478 h 2763078"/>
              <a:gd name="connsiteX3" fmla="*/ 1283701 w 2368620"/>
              <a:gd name="connsiteY3" fmla="*/ 2763078 h 2763078"/>
              <a:gd name="connsiteX4" fmla="*/ 0 w 2368620"/>
              <a:gd name="connsiteY4" fmla="*/ 2763078 h 2763078"/>
              <a:gd name="connsiteX5" fmla="*/ 0 w 2368620"/>
              <a:gd name="connsiteY5" fmla="*/ 0 h 2763078"/>
              <a:gd name="connsiteX0" fmla="*/ 0 w 2368620"/>
              <a:gd name="connsiteY0" fmla="*/ 0 h 2763078"/>
              <a:gd name="connsiteX1" fmla="*/ 1432788 w 2368620"/>
              <a:gd name="connsiteY1" fmla="*/ 0 h 2763078"/>
              <a:gd name="connsiteX2" fmla="*/ 2368620 w 2368620"/>
              <a:gd name="connsiteY2" fmla="*/ 1391478 h 2763078"/>
              <a:gd name="connsiteX3" fmla="*/ 1422848 w 2368620"/>
              <a:gd name="connsiteY3" fmla="*/ 2753139 h 2763078"/>
              <a:gd name="connsiteX4" fmla="*/ 0 w 2368620"/>
              <a:gd name="connsiteY4" fmla="*/ 2763078 h 2763078"/>
              <a:gd name="connsiteX5" fmla="*/ 0 w 2368620"/>
              <a:gd name="connsiteY5" fmla="*/ 0 h 2763078"/>
              <a:gd name="connsiteX0" fmla="*/ 0 w 2271875"/>
              <a:gd name="connsiteY0" fmla="*/ 0 h 2763078"/>
              <a:gd name="connsiteX1" fmla="*/ 1432788 w 2271875"/>
              <a:gd name="connsiteY1" fmla="*/ 0 h 2763078"/>
              <a:gd name="connsiteX2" fmla="*/ 2271875 w 2271875"/>
              <a:gd name="connsiteY2" fmla="*/ 1381539 h 2763078"/>
              <a:gd name="connsiteX3" fmla="*/ 1422848 w 2271875"/>
              <a:gd name="connsiteY3" fmla="*/ 2753139 h 2763078"/>
              <a:gd name="connsiteX4" fmla="*/ 0 w 2271875"/>
              <a:gd name="connsiteY4" fmla="*/ 2763078 h 2763078"/>
              <a:gd name="connsiteX5" fmla="*/ 0 w 2271875"/>
              <a:gd name="connsiteY5" fmla="*/ 0 h 2763078"/>
              <a:gd name="connsiteX0" fmla="*/ 0 w 2271875"/>
              <a:gd name="connsiteY0" fmla="*/ 0 h 2763078"/>
              <a:gd name="connsiteX1" fmla="*/ 1432788 w 2271875"/>
              <a:gd name="connsiteY1" fmla="*/ 0 h 2763078"/>
              <a:gd name="connsiteX2" fmla="*/ 2271875 w 2271875"/>
              <a:gd name="connsiteY2" fmla="*/ 1381539 h 2763078"/>
              <a:gd name="connsiteX3" fmla="*/ 1387669 w 2271875"/>
              <a:gd name="connsiteY3" fmla="*/ 2743448 h 2763078"/>
              <a:gd name="connsiteX4" fmla="*/ 0 w 2271875"/>
              <a:gd name="connsiteY4" fmla="*/ 2763078 h 2763078"/>
              <a:gd name="connsiteX5" fmla="*/ 0 w 2271875"/>
              <a:gd name="connsiteY5" fmla="*/ 0 h 2763078"/>
              <a:gd name="connsiteX0" fmla="*/ 0 w 2271875"/>
              <a:gd name="connsiteY0" fmla="*/ 0 h 2763078"/>
              <a:gd name="connsiteX1" fmla="*/ 1432788 w 2271875"/>
              <a:gd name="connsiteY1" fmla="*/ 0 h 2763078"/>
              <a:gd name="connsiteX2" fmla="*/ 2271875 w 2271875"/>
              <a:gd name="connsiteY2" fmla="*/ 1381539 h 2763078"/>
              <a:gd name="connsiteX3" fmla="*/ 1352490 w 2271875"/>
              <a:gd name="connsiteY3" fmla="*/ 2743448 h 2763078"/>
              <a:gd name="connsiteX4" fmla="*/ 0 w 2271875"/>
              <a:gd name="connsiteY4" fmla="*/ 2763078 h 2763078"/>
              <a:gd name="connsiteX5" fmla="*/ 0 w 2271875"/>
              <a:gd name="connsiteY5" fmla="*/ 0 h 2763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1875" h="2763078">
                <a:moveTo>
                  <a:pt x="0" y="0"/>
                </a:moveTo>
                <a:lnTo>
                  <a:pt x="1432788" y="0"/>
                </a:lnTo>
                <a:lnTo>
                  <a:pt x="2271875" y="1381539"/>
                </a:lnTo>
                <a:lnTo>
                  <a:pt x="1352490" y="2743448"/>
                </a:lnTo>
                <a:lnTo>
                  <a:pt x="0" y="2763078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燕尾形 22"/>
          <p:cNvSpPr/>
          <p:nvPr/>
        </p:nvSpPr>
        <p:spPr>
          <a:xfrm>
            <a:off x="3856279" y="2341170"/>
            <a:ext cx="4502530" cy="2842591"/>
          </a:xfrm>
          <a:custGeom>
            <a:avLst/>
            <a:gdLst>
              <a:gd name="connsiteX0" fmla="*/ 0 w 2309125"/>
              <a:gd name="connsiteY0" fmla="*/ 0 h 2832652"/>
              <a:gd name="connsiteX1" fmla="*/ 1154563 w 2309125"/>
              <a:gd name="connsiteY1" fmla="*/ 0 h 2832652"/>
              <a:gd name="connsiteX2" fmla="*/ 2309125 w 2309125"/>
              <a:gd name="connsiteY2" fmla="*/ 1416326 h 2832652"/>
              <a:gd name="connsiteX3" fmla="*/ 1154563 w 2309125"/>
              <a:gd name="connsiteY3" fmla="*/ 2832652 h 2832652"/>
              <a:gd name="connsiteX4" fmla="*/ 0 w 2309125"/>
              <a:gd name="connsiteY4" fmla="*/ 2832652 h 2832652"/>
              <a:gd name="connsiteX5" fmla="*/ 1154563 w 2309125"/>
              <a:gd name="connsiteY5" fmla="*/ 1416326 h 2832652"/>
              <a:gd name="connsiteX6" fmla="*/ 0 w 2309125"/>
              <a:gd name="connsiteY6" fmla="*/ 0 h 2832652"/>
              <a:gd name="connsiteX0" fmla="*/ 0 w 4058412"/>
              <a:gd name="connsiteY0" fmla="*/ 0 h 2832652"/>
              <a:gd name="connsiteX1" fmla="*/ 1154563 w 4058412"/>
              <a:gd name="connsiteY1" fmla="*/ 0 h 2832652"/>
              <a:gd name="connsiteX2" fmla="*/ 4058412 w 4058412"/>
              <a:gd name="connsiteY2" fmla="*/ 1426265 h 2832652"/>
              <a:gd name="connsiteX3" fmla="*/ 1154563 w 4058412"/>
              <a:gd name="connsiteY3" fmla="*/ 2832652 h 2832652"/>
              <a:gd name="connsiteX4" fmla="*/ 0 w 4058412"/>
              <a:gd name="connsiteY4" fmla="*/ 2832652 h 2832652"/>
              <a:gd name="connsiteX5" fmla="*/ 1154563 w 4058412"/>
              <a:gd name="connsiteY5" fmla="*/ 1416326 h 2832652"/>
              <a:gd name="connsiteX6" fmla="*/ 0 w 4058412"/>
              <a:gd name="connsiteY6" fmla="*/ 0 h 2832652"/>
              <a:gd name="connsiteX0" fmla="*/ 0 w 3531638"/>
              <a:gd name="connsiteY0" fmla="*/ 0 h 2832652"/>
              <a:gd name="connsiteX1" fmla="*/ 1154563 w 3531638"/>
              <a:gd name="connsiteY1" fmla="*/ 0 h 2832652"/>
              <a:gd name="connsiteX2" fmla="*/ 3531638 w 3531638"/>
              <a:gd name="connsiteY2" fmla="*/ 1396448 h 2832652"/>
              <a:gd name="connsiteX3" fmla="*/ 1154563 w 3531638"/>
              <a:gd name="connsiteY3" fmla="*/ 2832652 h 2832652"/>
              <a:gd name="connsiteX4" fmla="*/ 0 w 3531638"/>
              <a:gd name="connsiteY4" fmla="*/ 2832652 h 2832652"/>
              <a:gd name="connsiteX5" fmla="*/ 1154563 w 3531638"/>
              <a:gd name="connsiteY5" fmla="*/ 1416326 h 2832652"/>
              <a:gd name="connsiteX6" fmla="*/ 0 w 3531638"/>
              <a:gd name="connsiteY6" fmla="*/ 0 h 2832652"/>
              <a:gd name="connsiteX0" fmla="*/ 0 w 3531638"/>
              <a:gd name="connsiteY0" fmla="*/ 0 h 2832652"/>
              <a:gd name="connsiteX1" fmla="*/ 2178294 w 3531638"/>
              <a:gd name="connsiteY1" fmla="*/ 0 h 2832652"/>
              <a:gd name="connsiteX2" fmla="*/ 3531638 w 3531638"/>
              <a:gd name="connsiteY2" fmla="*/ 1396448 h 2832652"/>
              <a:gd name="connsiteX3" fmla="*/ 1154563 w 3531638"/>
              <a:gd name="connsiteY3" fmla="*/ 2832652 h 2832652"/>
              <a:gd name="connsiteX4" fmla="*/ 0 w 3531638"/>
              <a:gd name="connsiteY4" fmla="*/ 2832652 h 2832652"/>
              <a:gd name="connsiteX5" fmla="*/ 1154563 w 3531638"/>
              <a:gd name="connsiteY5" fmla="*/ 1416326 h 2832652"/>
              <a:gd name="connsiteX6" fmla="*/ 0 w 3531638"/>
              <a:gd name="connsiteY6" fmla="*/ 0 h 2832652"/>
              <a:gd name="connsiteX0" fmla="*/ 0 w 3531638"/>
              <a:gd name="connsiteY0" fmla="*/ 0 h 2832652"/>
              <a:gd name="connsiteX1" fmla="*/ 2178294 w 3531638"/>
              <a:gd name="connsiteY1" fmla="*/ 0 h 2832652"/>
              <a:gd name="connsiteX2" fmla="*/ 3531638 w 3531638"/>
              <a:gd name="connsiteY2" fmla="*/ 1396448 h 2832652"/>
              <a:gd name="connsiteX3" fmla="*/ 2128597 w 3531638"/>
              <a:gd name="connsiteY3" fmla="*/ 2832652 h 2832652"/>
              <a:gd name="connsiteX4" fmla="*/ 0 w 3531638"/>
              <a:gd name="connsiteY4" fmla="*/ 2832652 h 2832652"/>
              <a:gd name="connsiteX5" fmla="*/ 1154563 w 3531638"/>
              <a:gd name="connsiteY5" fmla="*/ 1416326 h 2832652"/>
              <a:gd name="connsiteX6" fmla="*/ 0 w 3531638"/>
              <a:gd name="connsiteY6" fmla="*/ 0 h 2832652"/>
              <a:gd name="connsiteX0" fmla="*/ 0 w 3531638"/>
              <a:gd name="connsiteY0" fmla="*/ 0 h 2832652"/>
              <a:gd name="connsiteX1" fmla="*/ 2178294 w 3531638"/>
              <a:gd name="connsiteY1" fmla="*/ 0 h 2832652"/>
              <a:gd name="connsiteX2" fmla="*/ 3531638 w 3531638"/>
              <a:gd name="connsiteY2" fmla="*/ 1396448 h 2832652"/>
              <a:gd name="connsiteX3" fmla="*/ 2178293 w 3531638"/>
              <a:gd name="connsiteY3" fmla="*/ 2832652 h 2832652"/>
              <a:gd name="connsiteX4" fmla="*/ 0 w 3531638"/>
              <a:gd name="connsiteY4" fmla="*/ 2832652 h 2832652"/>
              <a:gd name="connsiteX5" fmla="*/ 1154563 w 3531638"/>
              <a:gd name="connsiteY5" fmla="*/ 1416326 h 2832652"/>
              <a:gd name="connsiteX6" fmla="*/ 0 w 3531638"/>
              <a:gd name="connsiteY6" fmla="*/ 0 h 2832652"/>
              <a:gd name="connsiteX0" fmla="*/ 0 w 3531638"/>
              <a:gd name="connsiteY0" fmla="*/ 9939 h 2842591"/>
              <a:gd name="connsiteX1" fmla="*/ 2526163 w 3531638"/>
              <a:gd name="connsiteY1" fmla="*/ 0 h 2842591"/>
              <a:gd name="connsiteX2" fmla="*/ 3531638 w 3531638"/>
              <a:gd name="connsiteY2" fmla="*/ 1406387 h 2842591"/>
              <a:gd name="connsiteX3" fmla="*/ 2178293 w 3531638"/>
              <a:gd name="connsiteY3" fmla="*/ 2842591 h 2842591"/>
              <a:gd name="connsiteX4" fmla="*/ 0 w 3531638"/>
              <a:gd name="connsiteY4" fmla="*/ 2842591 h 2842591"/>
              <a:gd name="connsiteX5" fmla="*/ 1154563 w 3531638"/>
              <a:gd name="connsiteY5" fmla="*/ 1426265 h 2842591"/>
              <a:gd name="connsiteX6" fmla="*/ 0 w 3531638"/>
              <a:gd name="connsiteY6" fmla="*/ 9939 h 2842591"/>
              <a:gd name="connsiteX0" fmla="*/ 0 w 3531638"/>
              <a:gd name="connsiteY0" fmla="*/ 9939 h 2842591"/>
              <a:gd name="connsiteX1" fmla="*/ 2526163 w 3531638"/>
              <a:gd name="connsiteY1" fmla="*/ 0 h 2842591"/>
              <a:gd name="connsiteX2" fmla="*/ 3531638 w 3531638"/>
              <a:gd name="connsiteY2" fmla="*/ 1406387 h 2842591"/>
              <a:gd name="connsiteX3" fmla="*/ 2476467 w 3531638"/>
              <a:gd name="connsiteY3" fmla="*/ 2842591 h 2842591"/>
              <a:gd name="connsiteX4" fmla="*/ 0 w 3531638"/>
              <a:gd name="connsiteY4" fmla="*/ 2842591 h 2842591"/>
              <a:gd name="connsiteX5" fmla="*/ 1154563 w 3531638"/>
              <a:gd name="connsiteY5" fmla="*/ 1426265 h 2842591"/>
              <a:gd name="connsiteX6" fmla="*/ 0 w 3531638"/>
              <a:gd name="connsiteY6" fmla="*/ 9939 h 2842591"/>
              <a:gd name="connsiteX0" fmla="*/ 0 w 3531638"/>
              <a:gd name="connsiteY0" fmla="*/ 9939 h 2842591"/>
              <a:gd name="connsiteX1" fmla="*/ 2526163 w 3531638"/>
              <a:gd name="connsiteY1" fmla="*/ 0 h 2842591"/>
              <a:gd name="connsiteX2" fmla="*/ 3531638 w 3531638"/>
              <a:gd name="connsiteY2" fmla="*/ 1406387 h 2842591"/>
              <a:gd name="connsiteX3" fmla="*/ 2476467 w 3531638"/>
              <a:gd name="connsiteY3" fmla="*/ 2842591 h 2842591"/>
              <a:gd name="connsiteX4" fmla="*/ 0 w 3531638"/>
              <a:gd name="connsiteY4" fmla="*/ 2842591 h 2842591"/>
              <a:gd name="connsiteX5" fmla="*/ 995537 w 3531638"/>
              <a:gd name="connsiteY5" fmla="*/ 1406387 h 2842591"/>
              <a:gd name="connsiteX6" fmla="*/ 0 w 3531638"/>
              <a:gd name="connsiteY6" fmla="*/ 9939 h 2842591"/>
              <a:gd name="connsiteX0" fmla="*/ 69574 w 3531638"/>
              <a:gd name="connsiteY0" fmla="*/ 0 h 2842591"/>
              <a:gd name="connsiteX1" fmla="*/ 2526163 w 3531638"/>
              <a:gd name="connsiteY1" fmla="*/ 0 h 2842591"/>
              <a:gd name="connsiteX2" fmla="*/ 3531638 w 3531638"/>
              <a:gd name="connsiteY2" fmla="*/ 1406387 h 2842591"/>
              <a:gd name="connsiteX3" fmla="*/ 2476467 w 3531638"/>
              <a:gd name="connsiteY3" fmla="*/ 2842591 h 2842591"/>
              <a:gd name="connsiteX4" fmla="*/ 0 w 3531638"/>
              <a:gd name="connsiteY4" fmla="*/ 2842591 h 2842591"/>
              <a:gd name="connsiteX5" fmla="*/ 995537 w 3531638"/>
              <a:gd name="connsiteY5" fmla="*/ 1406387 h 2842591"/>
              <a:gd name="connsiteX6" fmla="*/ 69574 w 3531638"/>
              <a:gd name="connsiteY6" fmla="*/ 0 h 2842591"/>
              <a:gd name="connsiteX0" fmla="*/ 69574 w 3531638"/>
              <a:gd name="connsiteY0" fmla="*/ 0 h 2842591"/>
              <a:gd name="connsiteX1" fmla="*/ 2526163 w 3531638"/>
              <a:gd name="connsiteY1" fmla="*/ 0 h 2842591"/>
              <a:gd name="connsiteX2" fmla="*/ 3531638 w 3531638"/>
              <a:gd name="connsiteY2" fmla="*/ 1406387 h 2842591"/>
              <a:gd name="connsiteX3" fmla="*/ 2476467 w 3531638"/>
              <a:gd name="connsiteY3" fmla="*/ 2842591 h 2842591"/>
              <a:gd name="connsiteX4" fmla="*/ 0 w 3531638"/>
              <a:gd name="connsiteY4" fmla="*/ 2842591 h 2842591"/>
              <a:gd name="connsiteX5" fmla="*/ 894191 w 3531638"/>
              <a:gd name="connsiteY5" fmla="*/ 1406387 h 2842591"/>
              <a:gd name="connsiteX6" fmla="*/ 69574 w 3531638"/>
              <a:gd name="connsiteY6" fmla="*/ 0 h 2842591"/>
              <a:gd name="connsiteX0" fmla="*/ 69574 w 3531638"/>
              <a:gd name="connsiteY0" fmla="*/ 0 h 2842591"/>
              <a:gd name="connsiteX1" fmla="*/ 2861388 w 3531638"/>
              <a:gd name="connsiteY1" fmla="*/ 0 h 2842591"/>
              <a:gd name="connsiteX2" fmla="*/ 3531638 w 3531638"/>
              <a:gd name="connsiteY2" fmla="*/ 1406387 h 2842591"/>
              <a:gd name="connsiteX3" fmla="*/ 2476467 w 3531638"/>
              <a:gd name="connsiteY3" fmla="*/ 2842591 h 2842591"/>
              <a:gd name="connsiteX4" fmla="*/ 0 w 3531638"/>
              <a:gd name="connsiteY4" fmla="*/ 2842591 h 2842591"/>
              <a:gd name="connsiteX5" fmla="*/ 894191 w 3531638"/>
              <a:gd name="connsiteY5" fmla="*/ 1406387 h 2842591"/>
              <a:gd name="connsiteX6" fmla="*/ 69574 w 3531638"/>
              <a:gd name="connsiteY6" fmla="*/ 0 h 2842591"/>
              <a:gd name="connsiteX0" fmla="*/ 69574 w 3531638"/>
              <a:gd name="connsiteY0" fmla="*/ 0 h 2842591"/>
              <a:gd name="connsiteX1" fmla="*/ 2861388 w 3531638"/>
              <a:gd name="connsiteY1" fmla="*/ 0 h 2842591"/>
              <a:gd name="connsiteX2" fmla="*/ 3531638 w 3531638"/>
              <a:gd name="connsiteY2" fmla="*/ 1406387 h 2842591"/>
              <a:gd name="connsiteX3" fmla="*/ 2827284 w 3531638"/>
              <a:gd name="connsiteY3" fmla="*/ 2832652 h 2842591"/>
              <a:gd name="connsiteX4" fmla="*/ 0 w 3531638"/>
              <a:gd name="connsiteY4" fmla="*/ 2842591 h 2842591"/>
              <a:gd name="connsiteX5" fmla="*/ 894191 w 3531638"/>
              <a:gd name="connsiteY5" fmla="*/ 1406387 h 2842591"/>
              <a:gd name="connsiteX6" fmla="*/ 69574 w 3531638"/>
              <a:gd name="connsiteY6" fmla="*/ 0 h 2842591"/>
              <a:gd name="connsiteX0" fmla="*/ 69574 w 3531638"/>
              <a:gd name="connsiteY0" fmla="*/ 0 h 2842591"/>
              <a:gd name="connsiteX1" fmla="*/ 2861388 w 3531638"/>
              <a:gd name="connsiteY1" fmla="*/ 0 h 2842591"/>
              <a:gd name="connsiteX2" fmla="*/ 3531638 w 3531638"/>
              <a:gd name="connsiteY2" fmla="*/ 1406387 h 2842591"/>
              <a:gd name="connsiteX3" fmla="*/ 2757120 w 3531638"/>
              <a:gd name="connsiteY3" fmla="*/ 2822713 h 2842591"/>
              <a:gd name="connsiteX4" fmla="*/ 0 w 3531638"/>
              <a:gd name="connsiteY4" fmla="*/ 2842591 h 2842591"/>
              <a:gd name="connsiteX5" fmla="*/ 894191 w 3531638"/>
              <a:gd name="connsiteY5" fmla="*/ 1406387 h 2842591"/>
              <a:gd name="connsiteX6" fmla="*/ 69574 w 3531638"/>
              <a:gd name="connsiteY6" fmla="*/ 0 h 2842591"/>
              <a:gd name="connsiteX0" fmla="*/ 69574 w 3531638"/>
              <a:gd name="connsiteY0" fmla="*/ 0 h 2842591"/>
              <a:gd name="connsiteX1" fmla="*/ 2861388 w 3531638"/>
              <a:gd name="connsiteY1" fmla="*/ 0 h 2842591"/>
              <a:gd name="connsiteX2" fmla="*/ 3531638 w 3531638"/>
              <a:gd name="connsiteY2" fmla="*/ 1406387 h 2842591"/>
              <a:gd name="connsiteX3" fmla="*/ 2788303 w 3531638"/>
              <a:gd name="connsiteY3" fmla="*/ 2802835 h 2842591"/>
              <a:gd name="connsiteX4" fmla="*/ 0 w 3531638"/>
              <a:gd name="connsiteY4" fmla="*/ 2842591 h 2842591"/>
              <a:gd name="connsiteX5" fmla="*/ 894191 w 3531638"/>
              <a:gd name="connsiteY5" fmla="*/ 1406387 h 2842591"/>
              <a:gd name="connsiteX6" fmla="*/ 69574 w 3531638"/>
              <a:gd name="connsiteY6" fmla="*/ 0 h 2842591"/>
              <a:gd name="connsiteX0" fmla="*/ 69574 w 3531638"/>
              <a:gd name="connsiteY0" fmla="*/ 0 h 2842591"/>
              <a:gd name="connsiteX1" fmla="*/ 2861388 w 3531638"/>
              <a:gd name="connsiteY1" fmla="*/ 0 h 2842591"/>
              <a:gd name="connsiteX2" fmla="*/ 3531638 w 3531638"/>
              <a:gd name="connsiteY2" fmla="*/ 1406387 h 2842591"/>
              <a:gd name="connsiteX3" fmla="*/ 2788303 w 3531638"/>
              <a:gd name="connsiteY3" fmla="*/ 2802835 h 2842591"/>
              <a:gd name="connsiteX4" fmla="*/ 0 w 3531638"/>
              <a:gd name="connsiteY4" fmla="*/ 2842591 h 2842591"/>
              <a:gd name="connsiteX5" fmla="*/ 839621 w 3531638"/>
              <a:gd name="connsiteY5" fmla="*/ 1406387 h 2842591"/>
              <a:gd name="connsiteX6" fmla="*/ 69574 w 3531638"/>
              <a:gd name="connsiteY6" fmla="*/ 0 h 2842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31638" h="2842591">
                <a:moveTo>
                  <a:pt x="69574" y="0"/>
                </a:moveTo>
                <a:lnTo>
                  <a:pt x="2861388" y="0"/>
                </a:lnTo>
                <a:lnTo>
                  <a:pt x="3531638" y="1406387"/>
                </a:lnTo>
                <a:lnTo>
                  <a:pt x="2788303" y="2802835"/>
                </a:lnTo>
                <a:lnTo>
                  <a:pt x="0" y="2842591"/>
                </a:lnTo>
                <a:lnTo>
                  <a:pt x="839621" y="1406387"/>
                </a:lnTo>
                <a:lnTo>
                  <a:pt x="69574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燕尾形 22"/>
          <p:cNvSpPr/>
          <p:nvPr/>
        </p:nvSpPr>
        <p:spPr>
          <a:xfrm>
            <a:off x="7702966" y="2351110"/>
            <a:ext cx="3392491" cy="2832652"/>
          </a:xfrm>
          <a:custGeom>
            <a:avLst/>
            <a:gdLst>
              <a:gd name="connsiteX0" fmla="*/ 0 w 2309125"/>
              <a:gd name="connsiteY0" fmla="*/ 0 h 2832652"/>
              <a:gd name="connsiteX1" fmla="*/ 1154563 w 2309125"/>
              <a:gd name="connsiteY1" fmla="*/ 0 h 2832652"/>
              <a:gd name="connsiteX2" fmla="*/ 2309125 w 2309125"/>
              <a:gd name="connsiteY2" fmla="*/ 1416326 h 2832652"/>
              <a:gd name="connsiteX3" fmla="*/ 1154563 w 2309125"/>
              <a:gd name="connsiteY3" fmla="*/ 2832652 h 2832652"/>
              <a:gd name="connsiteX4" fmla="*/ 0 w 2309125"/>
              <a:gd name="connsiteY4" fmla="*/ 2832652 h 2832652"/>
              <a:gd name="connsiteX5" fmla="*/ 1154563 w 2309125"/>
              <a:gd name="connsiteY5" fmla="*/ 1416326 h 2832652"/>
              <a:gd name="connsiteX6" fmla="*/ 0 w 2309125"/>
              <a:gd name="connsiteY6" fmla="*/ 0 h 2832652"/>
              <a:gd name="connsiteX0" fmla="*/ 0 w 4058412"/>
              <a:gd name="connsiteY0" fmla="*/ 0 h 2832652"/>
              <a:gd name="connsiteX1" fmla="*/ 1154563 w 4058412"/>
              <a:gd name="connsiteY1" fmla="*/ 0 h 2832652"/>
              <a:gd name="connsiteX2" fmla="*/ 4058412 w 4058412"/>
              <a:gd name="connsiteY2" fmla="*/ 1426265 h 2832652"/>
              <a:gd name="connsiteX3" fmla="*/ 1154563 w 4058412"/>
              <a:gd name="connsiteY3" fmla="*/ 2832652 h 2832652"/>
              <a:gd name="connsiteX4" fmla="*/ 0 w 4058412"/>
              <a:gd name="connsiteY4" fmla="*/ 2832652 h 2832652"/>
              <a:gd name="connsiteX5" fmla="*/ 1154563 w 4058412"/>
              <a:gd name="connsiteY5" fmla="*/ 1416326 h 2832652"/>
              <a:gd name="connsiteX6" fmla="*/ 0 w 4058412"/>
              <a:gd name="connsiteY6" fmla="*/ 0 h 2832652"/>
              <a:gd name="connsiteX0" fmla="*/ 0 w 3531638"/>
              <a:gd name="connsiteY0" fmla="*/ 0 h 2832652"/>
              <a:gd name="connsiteX1" fmla="*/ 1154563 w 3531638"/>
              <a:gd name="connsiteY1" fmla="*/ 0 h 2832652"/>
              <a:gd name="connsiteX2" fmla="*/ 3531638 w 3531638"/>
              <a:gd name="connsiteY2" fmla="*/ 1396448 h 2832652"/>
              <a:gd name="connsiteX3" fmla="*/ 1154563 w 3531638"/>
              <a:gd name="connsiteY3" fmla="*/ 2832652 h 2832652"/>
              <a:gd name="connsiteX4" fmla="*/ 0 w 3531638"/>
              <a:gd name="connsiteY4" fmla="*/ 2832652 h 2832652"/>
              <a:gd name="connsiteX5" fmla="*/ 1154563 w 3531638"/>
              <a:gd name="connsiteY5" fmla="*/ 1416326 h 2832652"/>
              <a:gd name="connsiteX6" fmla="*/ 0 w 3531638"/>
              <a:gd name="connsiteY6" fmla="*/ 0 h 2832652"/>
              <a:gd name="connsiteX0" fmla="*/ 0 w 3531638"/>
              <a:gd name="connsiteY0" fmla="*/ 0 h 2832652"/>
              <a:gd name="connsiteX1" fmla="*/ 2178294 w 3531638"/>
              <a:gd name="connsiteY1" fmla="*/ 0 h 2832652"/>
              <a:gd name="connsiteX2" fmla="*/ 3531638 w 3531638"/>
              <a:gd name="connsiteY2" fmla="*/ 1396448 h 2832652"/>
              <a:gd name="connsiteX3" fmla="*/ 1154563 w 3531638"/>
              <a:gd name="connsiteY3" fmla="*/ 2832652 h 2832652"/>
              <a:gd name="connsiteX4" fmla="*/ 0 w 3531638"/>
              <a:gd name="connsiteY4" fmla="*/ 2832652 h 2832652"/>
              <a:gd name="connsiteX5" fmla="*/ 1154563 w 3531638"/>
              <a:gd name="connsiteY5" fmla="*/ 1416326 h 2832652"/>
              <a:gd name="connsiteX6" fmla="*/ 0 w 3531638"/>
              <a:gd name="connsiteY6" fmla="*/ 0 h 2832652"/>
              <a:gd name="connsiteX0" fmla="*/ 0 w 3531638"/>
              <a:gd name="connsiteY0" fmla="*/ 0 h 2832652"/>
              <a:gd name="connsiteX1" fmla="*/ 2178294 w 3531638"/>
              <a:gd name="connsiteY1" fmla="*/ 0 h 2832652"/>
              <a:gd name="connsiteX2" fmla="*/ 3531638 w 3531638"/>
              <a:gd name="connsiteY2" fmla="*/ 1396448 h 2832652"/>
              <a:gd name="connsiteX3" fmla="*/ 2128597 w 3531638"/>
              <a:gd name="connsiteY3" fmla="*/ 2832652 h 2832652"/>
              <a:gd name="connsiteX4" fmla="*/ 0 w 3531638"/>
              <a:gd name="connsiteY4" fmla="*/ 2832652 h 2832652"/>
              <a:gd name="connsiteX5" fmla="*/ 1154563 w 3531638"/>
              <a:gd name="connsiteY5" fmla="*/ 1416326 h 2832652"/>
              <a:gd name="connsiteX6" fmla="*/ 0 w 3531638"/>
              <a:gd name="connsiteY6" fmla="*/ 0 h 2832652"/>
              <a:gd name="connsiteX0" fmla="*/ 0 w 3531638"/>
              <a:gd name="connsiteY0" fmla="*/ 0 h 2832652"/>
              <a:gd name="connsiteX1" fmla="*/ 2178294 w 3531638"/>
              <a:gd name="connsiteY1" fmla="*/ 0 h 2832652"/>
              <a:gd name="connsiteX2" fmla="*/ 3531638 w 3531638"/>
              <a:gd name="connsiteY2" fmla="*/ 1396448 h 2832652"/>
              <a:gd name="connsiteX3" fmla="*/ 2178293 w 3531638"/>
              <a:gd name="connsiteY3" fmla="*/ 2832652 h 2832652"/>
              <a:gd name="connsiteX4" fmla="*/ 0 w 3531638"/>
              <a:gd name="connsiteY4" fmla="*/ 2832652 h 2832652"/>
              <a:gd name="connsiteX5" fmla="*/ 1154563 w 3531638"/>
              <a:gd name="connsiteY5" fmla="*/ 1416326 h 2832652"/>
              <a:gd name="connsiteX6" fmla="*/ 0 w 3531638"/>
              <a:gd name="connsiteY6" fmla="*/ 0 h 2832652"/>
              <a:gd name="connsiteX0" fmla="*/ 0 w 3531638"/>
              <a:gd name="connsiteY0" fmla="*/ 0 h 2832652"/>
              <a:gd name="connsiteX1" fmla="*/ 2178294 w 3531638"/>
              <a:gd name="connsiteY1" fmla="*/ 0 h 2832652"/>
              <a:gd name="connsiteX2" fmla="*/ 3531638 w 3531638"/>
              <a:gd name="connsiteY2" fmla="*/ 1396448 h 2832652"/>
              <a:gd name="connsiteX3" fmla="*/ 2178293 w 3531638"/>
              <a:gd name="connsiteY3" fmla="*/ 2832652 h 2832652"/>
              <a:gd name="connsiteX4" fmla="*/ 0 w 3531638"/>
              <a:gd name="connsiteY4" fmla="*/ 2832652 h 2832652"/>
              <a:gd name="connsiteX5" fmla="*/ 935902 w 3531638"/>
              <a:gd name="connsiteY5" fmla="*/ 1386509 h 2832652"/>
              <a:gd name="connsiteX6" fmla="*/ 0 w 3531638"/>
              <a:gd name="connsiteY6" fmla="*/ 0 h 2832652"/>
              <a:gd name="connsiteX0" fmla="*/ 0 w 3283160"/>
              <a:gd name="connsiteY0" fmla="*/ 0 h 2832652"/>
              <a:gd name="connsiteX1" fmla="*/ 2178294 w 3283160"/>
              <a:gd name="connsiteY1" fmla="*/ 0 h 2832652"/>
              <a:gd name="connsiteX2" fmla="*/ 3283160 w 3283160"/>
              <a:gd name="connsiteY2" fmla="*/ 1396448 h 2832652"/>
              <a:gd name="connsiteX3" fmla="*/ 2178293 w 3283160"/>
              <a:gd name="connsiteY3" fmla="*/ 2832652 h 2832652"/>
              <a:gd name="connsiteX4" fmla="*/ 0 w 3283160"/>
              <a:gd name="connsiteY4" fmla="*/ 2832652 h 2832652"/>
              <a:gd name="connsiteX5" fmla="*/ 935902 w 3283160"/>
              <a:gd name="connsiteY5" fmla="*/ 1386509 h 2832652"/>
              <a:gd name="connsiteX6" fmla="*/ 0 w 3283160"/>
              <a:gd name="connsiteY6" fmla="*/ 0 h 2832652"/>
              <a:gd name="connsiteX0" fmla="*/ 69574 w 3352734"/>
              <a:gd name="connsiteY0" fmla="*/ 0 h 2832652"/>
              <a:gd name="connsiteX1" fmla="*/ 2247868 w 3352734"/>
              <a:gd name="connsiteY1" fmla="*/ 0 h 2832652"/>
              <a:gd name="connsiteX2" fmla="*/ 3352734 w 3352734"/>
              <a:gd name="connsiteY2" fmla="*/ 1396448 h 2832652"/>
              <a:gd name="connsiteX3" fmla="*/ 2247867 w 3352734"/>
              <a:gd name="connsiteY3" fmla="*/ 2832652 h 2832652"/>
              <a:gd name="connsiteX4" fmla="*/ 0 w 3352734"/>
              <a:gd name="connsiteY4" fmla="*/ 2832652 h 2832652"/>
              <a:gd name="connsiteX5" fmla="*/ 1005476 w 3352734"/>
              <a:gd name="connsiteY5" fmla="*/ 1386509 h 2832652"/>
              <a:gd name="connsiteX6" fmla="*/ 69574 w 3352734"/>
              <a:gd name="connsiteY6" fmla="*/ 0 h 2832652"/>
              <a:gd name="connsiteX0" fmla="*/ 69574 w 3352734"/>
              <a:gd name="connsiteY0" fmla="*/ 0 h 2832652"/>
              <a:gd name="connsiteX1" fmla="*/ 2247868 w 3352734"/>
              <a:gd name="connsiteY1" fmla="*/ 0 h 2832652"/>
              <a:gd name="connsiteX2" fmla="*/ 3352734 w 3352734"/>
              <a:gd name="connsiteY2" fmla="*/ 1396448 h 2832652"/>
              <a:gd name="connsiteX3" fmla="*/ 2247867 w 3352734"/>
              <a:gd name="connsiteY3" fmla="*/ 2832652 h 2832652"/>
              <a:gd name="connsiteX4" fmla="*/ 0 w 3352734"/>
              <a:gd name="connsiteY4" fmla="*/ 2832652 h 2832652"/>
              <a:gd name="connsiteX5" fmla="*/ 935902 w 3352734"/>
              <a:gd name="connsiteY5" fmla="*/ 1386509 h 2832652"/>
              <a:gd name="connsiteX6" fmla="*/ 69574 w 3352734"/>
              <a:gd name="connsiteY6" fmla="*/ 0 h 2832652"/>
              <a:gd name="connsiteX0" fmla="*/ 109331 w 3392491"/>
              <a:gd name="connsiteY0" fmla="*/ 0 h 2832652"/>
              <a:gd name="connsiteX1" fmla="*/ 2287625 w 3392491"/>
              <a:gd name="connsiteY1" fmla="*/ 0 h 2832652"/>
              <a:gd name="connsiteX2" fmla="*/ 3392491 w 3392491"/>
              <a:gd name="connsiteY2" fmla="*/ 1396448 h 2832652"/>
              <a:gd name="connsiteX3" fmla="*/ 2287624 w 3392491"/>
              <a:gd name="connsiteY3" fmla="*/ 2832652 h 2832652"/>
              <a:gd name="connsiteX4" fmla="*/ 0 w 3392491"/>
              <a:gd name="connsiteY4" fmla="*/ 2832652 h 2832652"/>
              <a:gd name="connsiteX5" fmla="*/ 975659 w 3392491"/>
              <a:gd name="connsiteY5" fmla="*/ 1386509 h 2832652"/>
              <a:gd name="connsiteX6" fmla="*/ 109331 w 3392491"/>
              <a:gd name="connsiteY6" fmla="*/ 0 h 2832652"/>
              <a:gd name="connsiteX0" fmla="*/ 109331 w 3392491"/>
              <a:gd name="connsiteY0" fmla="*/ 0 h 2832652"/>
              <a:gd name="connsiteX1" fmla="*/ 2377077 w 3392491"/>
              <a:gd name="connsiteY1" fmla="*/ 0 h 2832652"/>
              <a:gd name="connsiteX2" fmla="*/ 3392491 w 3392491"/>
              <a:gd name="connsiteY2" fmla="*/ 1396448 h 2832652"/>
              <a:gd name="connsiteX3" fmla="*/ 2287624 w 3392491"/>
              <a:gd name="connsiteY3" fmla="*/ 2832652 h 2832652"/>
              <a:gd name="connsiteX4" fmla="*/ 0 w 3392491"/>
              <a:gd name="connsiteY4" fmla="*/ 2832652 h 2832652"/>
              <a:gd name="connsiteX5" fmla="*/ 975659 w 3392491"/>
              <a:gd name="connsiteY5" fmla="*/ 1386509 h 2832652"/>
              <a:gd name="connsiteX6" fmla="*/ 109331 w 3392491"/>
              <a:gd name="connsiteY6" fmla="*/ 0 h 2832652"/>
              <a:gd name="connsiteX0" fmla="*/ 109331 w 3392491"/>
              <a:gd name="connsiteY0" fmla="*/ 0 h 2832652"/>
              <a:gd name="connsiteX1" fmla="*/ 2377077 w 3392491"/>
              <a:gd name="connsiteY1" fmla="*/ 0 h 2832652"/>
              <a:gd name="connsiteX2" fmla="*/ 3392491 w 3392491"/>
              <a:gd name="connsiteY2" fmla="*/ 1396448 h 2832652"/>
              <a:gd name="connsiteX3" fmla="*/ 2387015 w 3392491"/>
              <a:gd name="connsiteY3" fmla="*/ 2832652 h 2832652"/>
              <a:gd name="connsiteX4" fmla="*/ 0 w 3392491"/>
              <a:gd name="connsiteY4" fmla="*/ 2832652 h 2832652"/>
              <a:gd name="connsiteX5" fmla="*/ 975659 w 3392491"/>
              <a:gd name="connsiteY5" fmla="*/ 1386509 h 2832652"/>
              <a:gd name="connsiteX6" fmla="*/ 109331 w 3392491"/>
              <a:gd name="connsiteY6" fmla="*/ 0 h 2832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92491" h="2832652">
                <a:moveTo>
                  <a:pt x="109331" y="0"/>
                </a:moveTo>
                <a:lnTo>
                  <a:pt x="2377077" y="0"/>
                </a:lnTo>
                <a:lnTo>
                  <a:pt x="3392491" y="1396448"/>
                </a:lnTo>
                <a:lnTo>
                  <a:pt x="2387015" y="2832652"/>
                </a:lnTo>
                <a:lnTo>
                  <a:pt x="0" y="2832652"/>
                </a:lnTo>
                <a:lnTo>
                  <a:pt x="975659" y="1386509"/>
                </a:lnTo>
                <a:lnTo>
                  <a:pt x="109331" y="0"/>
                </a:lnTo>
                <a:close/>
              </a:path>
            </a:pathLst>
          </a:cu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5430" y="292735"/>
            <a:ext cx="2161540" cy="37909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7"/>
          <p:cNvSpPr txBox="1"/>
          <p:nvPr/>
        </p:nvSpPr>
        <p:spPr>
          <a:xfrm>
            <a:off x="987700" y="1185823"/>
            <a:ext cx="1497083" cy="588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实</a:t>
            </a:r>
            <a:r>
              <a:rPr lang="zh-CN" altLang="en-US" sz="2400" b="1" dirty="0" smtClean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施阶段</a:t>
            </a:r>
            <a:endParaRPr lang="zh-CN" altLang="zh-CN" sz="2400" b="1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286619" y="348287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  <a:sym typeface="+mn-ea"/>
              </a:rPr>
              <a:t>组织宣传阶段</a:t>
            </a:r>
            <a:endParaRPr lang="zh-CN" altLang="en-US" dirty="0">
              <a:solidFill>
                <a:schemeClr val="bg1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23838" y="3061939"/>
            <a:ext cx="2031325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  <a:sym typeface="+mn-ea"/>
              </a:rPr>
              <a:t>建立垃圾分类引</a:t>
            </a:r>
            <a:r>
              <a:rPr lang="zh-CN" altLang="zh-CN" dirty="0" smtClean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  <a:sym typeface="+mn-ea"/>
              </a:rPr>
              <a:t>导</a:t>
            </a:r>
            <a:endParaRPr lang="en-US" altLang="zh-CN" dirty="0" smtClean="0">
              <a:solidFill>
                <a:schemeClr val="bg1"/>
              </a:solidFill>
              <a:latin typeface="思源黑体 CN Medium" pitchFamily="34" charset="-122"/>
              <a:ea typeface="思源黑体 CN Medium" pitchFamily="3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dirty="0" smtClean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  <a:sym typeface="+mn-ea"/>
              </a:rPr>
              <a:t>督</a:t>
            </a:r>
            <a:r>
              <a:rPr lang="zh-CN" altLang="zh-CN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  <a:sym typeface="+mn-ea"/>
              </a:rPr>
              <a:t>导员队</a:t>
            </a:r>
            <a:r>
              <a:rPr lang="zh-CN" altLang="zh-CN" dirty="0" smtClean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  <a:sym typeface="+mn-ea"/>
              </a:rPr>
              <a:t>伍</a:t>
            </a:r>
            <a:endParaRPr lang="en-US" altLang="zh-CN" dirty="0" smtClean="0">
              <a:solidFill>
                <a:schemeClr val="bg1"/>
              </a:solidFill>
              <a:latin typeface="思源黑体 CN Medium" pitchFamily="34" charset="-122"/>
              <a:ea typeface="思源黑体 CN Medium" pitchFamily="3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dirty="0" smtClean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  <a:sym typeface="+mn-ea"/>
              </a:rPr>
              <a:t>完</a:t>
            </a:r>
            <a:r>
              <a:rPr lang="zh-CN" altLang="zh-CN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  <a:sym typeface="+mn-ea"/>
              </a:rPr>
              <a:t>成基础设施阶段</a:t>
            </a:r>
            <a:endParaRPr lang="zh-CN" altLang="en-US" dirty="0">
              <a:solidFill>
                <a:schemeClr val="bg1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94083" y="349173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chemeClr val="bg1"/>
                </a:solidFill>
                <a:latin typeface="思源黑体 CN Medium" pitchFamily="34" charset="-122"/>
                <a:ea typeface="思源黑体 CN Medium" pitchFamily="34" charset="-122"/>
                <a:sym typeface="+mn-ea"/>
              </a:rPr>
              <a:t>全面落实阶段</a:t>
            </a:r>
            <a:endParaRPr lang="zh-CN" altLang="en-US" dirty="0">
              <a:solidFill>
                <a:schemeClr val="bg1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62947" y="5343537"/>
            <a:ext cx="1327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2020年9</a:t>
            </a:r>
            <a:r>
              <a:rPr lang="zh-CN" altLang="zh-CN" dirty="0" smtClean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月</a:t>
            </a:r>
            <a:endParaRPr lang="en-US" altLang="zh-CN" dirty="0" smtClean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  <a:p>
            <a:r>
              <a:rPr lang="zh-CN" altLang="zh-CN" dirty="0" smtClean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-</a:t>
            </a:r>
            <a:r>
              <a:rPr lang="zh-CN" altLang="zh-CN" dirty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10月中</a:t>
            </a:r>
            <a:r>
              <a:rPr lang="zh-CN" altLang="zh-CN" dirty="0" smtClean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旬</a:t>
            </a:r>
            <a:endParaRPr lang="zh-CN" altLang="zh-CN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8163" y="5343537"/>
            <a:ext cx="1737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zh-CN" dirty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2020</a:t>
            </a:r>
            <a:r>
              <a:rPr lang="zh-CN" altLang="zh-CN" dirty="0" smtClean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年</a:t>
            </a:r>
            <a:endParaRPr lang="en-US" altLang="zh-CN" dirty="0" smtClean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  <a:p>
            <a:pPr algn="ctr"/>
            <a:r>
              <a:rPr lang="zh-CN" altLang="zh-CN" dirty="0" smtClean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10</a:t>
            </a:r>
            <a:r>
              <a:rPr lang="zh-CN" altLang="zh-CN" dirty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月下旬-11月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031318" y="5482036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rgbClr val="004EA2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2020年12月以后</a:t>
            </a:r>
            <a:endParaRPr lang="zh-CN" altLang="en-US" dirty="0"/>
          </a:p>
        </p:txBody>
      </p:sp>
      <p:pic>
        <p:nvPicPr>
          <p:cNvPr id="28" name="图片 27" descr="广科辅助"/>
          <p:cNvPicPr>
            <a:picLocks noChangeAspect="1"/>
          </p:cNvPicPr>
          <p:nvPr/>
        </p:nvPicPr>
        <p:blipFill rotWithShape="1">
          <a:blip r:embed="rId3">
            <a:lum bright="-12000"/>
          </a:blip>
          <a:srcRect b="39996"/>
          <a:stretch/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29" name="圆角矩形标注 5"/>
          <p:cNvSpPr/>
          <p:nvPr/>
        </p:nvSpPr>
        <p:spPr>
          <a:xfrm>
            <a:off x="4188716" y="6077054"/>
            <a:ext cx="3633380" cy="785191"/>
          </a:xfrm>
          <a:custGeom>
            <a:avLst/>
            <a:gdLst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1176367 w 4033211"/>
              <a:gd name="connsiteY13" fmla="*/ 883340 h 785191"/>
              <a:gd name="connsiteX14" fmla="*/ 672202 w 4033211"/>
              <a:gd name="connsiteY14" fmla="*/ 785191 h 785191"/>
              <a:gd name="connsiteX15" fmla="*/ 130868 w 4033211"/>
              <a:gd name="connsiteY15" fmla="*/ 785191 h 785191"/>
              <a:gd name="connsiteX16" fmla="*/ 0 w 4033211"/>
              <a:gd name="connsiteY16" fmla="*/ 654323 h 785191"/>
              <a:gd name="connsiteX17" fmla="*/ 0 w 4033211"/>
              <a:gd name="connsiteY17" fmla="*/ 654326 h 785191"/>
              <a:gd name="connsiteX18" fmla="*/ 0 w 4033211"/>
              <a:gd name="connsiteY18" fmla="*/ 458028 h 785191"/>
              <a:gd name="connsiteX19" fmla="*/ 0 w 4033211"/>
              <a:gd name="connsiteY19" fmla="*/ 458028 h 785191"/>
              <a:gd name="connsiteX20" fmla="*/ 0 w 4033211"/>
              <a:gd name="connsiteY20" fmla="*/ 130868 h 785191"/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672202 w 4033211"/>
              <a:gd name="connsiteY13" fmla="*/ 785191 h 785191"/>
              <a:gd name="connsiteX14" fmla="*/ 130868 w 4033211"/>
              <a:gd name="connsiteY14" fmla="*/ 785191 h 785191"/>
              <a:gd name="connsiteX15" fmla="*/ 0 w 4033211"/>
              <a:gd name="connsiteY15" fmla="*/ 654323 h 785191"/>
              <a:gd name="connsiteX16" fmla="*/ 0 w 4033211"/>
              <a:gd name="connsiteY16" fmla="*/ 654326 h 785191"/>
              <a:gd name="connsiteX17" fmla="*/ 0 w 4033211"/>
              <a:gd name="connsiteY17" fmla="*/ 458028 h 785191"/>
              <a:gd name="connsiteX18" fmla="*/ 0 w 4033211"/>
              <a:gd name="connsiteY18" fmla="*/ 458028 h 785191"/>
              <a:gd name="connsiteX19" fmla="*/ 0 w 4033211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268357 w 4301568"/>
              <a:gd name="connsiteY17" fmla="*/ 458028 h 785191"/>
              <a:gd name="connsiteX18" fmla="*/ 0 w 4301568"/>
              <a:gd name="connsiteY18" fmla="*/ 378515 h 785191"/>
              <a:gd name="connsiteX19" fmla="*/ 268357 w 4301568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0 w 4301568"/>
              <a:gd name="connsiteY17" fmla="*/ 378515 h 785191"/>
              <a:gd name="connsiteX18" fmla="*/ 268357 w 4301568"/>
              <a:gd name="connsiteY18" fmla="*/ 130868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01568" h="785191">
                <a:moveTo>
                  <a:pt x="268357" y="130868"/>
                </a:moveTo>
                <a:cubicBezTo>
                  <a:pt x="268357" y="58592"/>
                  <a:pt x="326949" y="0"/>
                  <a:pt x="399225" y="0"/>
                </a:cubicBezTo>
                <a:lnTo>
                  <a:pt x="940559" y="0"/>
                </a:lnTo>
                <a:lnTo>
                  <a:pt x="940559" y="0"/>
                </a:lnTo>
                <a:lnTo>
                  <a:pt x="1948862" y="0"/>
                </a:lnTo>
                <a:lnTo>
                  <a:pt x="4170700" y="0"/>
                </a:lnTo>
                <a:cubicBezTo>
                  <a:pt x="4242976" y="0"/>
                  <a:pt x="4301568" y="58592"/>
                  <a:pt x="4301568" y="130868"/>
                </a:cubicBezTo>
                <a:lnTo>
                  <a:pt x="4301568" y="458028"/>
                </a:lnTo>
                <a:lnTo>
                  <a:pt x="4301568" y="458028"/>
                </a:lnTo>
                <a:lnTo>
                  <a:pt x="4301568" y="654326"/>
                </a:lnTo>
                <a:lnTo>
                  <a:pt x="4301568" y="654323"/>
                </a:lnTo>
                <a:cubicBezTo>
                  <a:pt x="4301568" y="726599"/>
                  <a:pt x="4242976" y="785191"/>
                  <a:pt x="4170700" y="785191"/>
                </a:cubicBezTo>
                <a:lnTo>
                  <a:pt x="1948862" y="785191"/>
                </a:lnTo>
                <a:lnTo>
                  <a:pt x="940559" y="785191"/>
                </a:lnTo>
                <a:lnTo>
                  <a:pt x="399225" y="785191"/>
                </a:lnTo>
                <a:cubicBezTo>
                  <a:pt x="326949" y="785191"/>
                  <a:pt x="268357" y="726599"/>
                  <a:pt x="268357" y="654323"/>
                </a:cubicBezTo>
                <a:lnTo>
                  <a:pt x="268357" y="654326"/>
                </a:lnTo>
                <a:lnTo>
                  <a:pt x="0" y="378515"/>
                </a:lnTo>
                <a:lnTo>
                  <a:pt x="268357" y="130868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4661547" y="6156422"/>
            <a:ext cx="3041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可进行图表化的内容，做到图表化更完美。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:\Users\Administrator\Desktop\广科logo.png广科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8605" y="252095"/>
            <a:ext cx="1868170" cy="3270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38119" y="2652906"/>
            <a:ext cx="6799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>
                <a:solidFill>
                  <a:srgbClr val="003E9B"/>
                </a:solidFill>
                <a:latin typeface="思源黑体 CN Medium" charset="-122"/>
                <a:ea typeface="思源黑体 CN Medium" charset="-122"/>
              </a:rPr>
              <a:t>THANKS !</a:t>
            </a: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638165" y="381635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广科辅助"/>
          <p:cNvPicPr>
            <a:picLocks noChangeAspect="1"/>
          </p:cNvPicPr>
          <p:nvPr/>
        </p:nvPicPr>
        <p:blipFill>
          <a:blip r:embed="rId3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67330" y="403790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谢谢大家的聆听</a:t>
            </a:r>
            <a:endParaRPr lang="zh-CN" altLang="en-US" dirty="0">
              <a:solidFill>
                <a:srgbClr val="003E9B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8" name="圆角矩形标注 5"/>
          <p:cNvSpPr/>
          <p:nvPr/>
        </p:nvSpPr>
        <p:spPr>
          <a:xfrm>
            <a:off x="6852403" y="1048170"/>
            <a:ext cx="4301568" cy="785191"/>
          </a:xfrm>
          <a:custGeom>
            <a:avLst/>
            <a:gdLst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1176367 w 4033211"/>
              <a:gd name="connsiteY13" fmla="*/ 883340 h 785191"/>
              <a:gd name="connsiteX14" fmla="*/ 672202 w 4033211"/>
              <a:gd name="connsiteY14" fmla="*/ 785191 h 785191"/>
              <a:gd name="connsiteX15" fmla="*/ 130868 w 4033211"/>
              <a:gd name="connsiteY15" fmla="*/ 785191 h 785191"/>
              <a:gd name="connsiteX16" fmla="*/ 0 w 4033211"/>
              <a:gd name="connsiteY16" fmla="*/ 654323 h 785191"/>
              <a:gd name="connsiteX17" fmla="*/ 0 w 4033211"/>
              <a:gd name="connsiteY17" fmla="*/ 654326 h 785191"/>
              <a:gd name="connsiteX18" fmla="*/ 0 w 4033211"/>
              <a:gd name="connsiteY18" fmla="*/ 458028 h 785191"/>
              <a:gd name="connsiteX19" fmla="*/ 0 w 4033211"/>
              <a:gd name="connsiteY19" fmla="*/ 458028 h 785191"/>
              <a:gd name="connsiteX20" fmla="*/ 0 w 4033211"/>
              <a:gd name="connsiteY20" fmla="*/ 130868 h 785191"/>
              <a:gd name="connsiteX0" fmla="*/ 0 w 4033211"/>
              <a:gd name="connsiteY0" fmla="*/ 130868 h 785191"/>
              <a:gd name="connsiteX1" fmla="*/ 130868 w 4033211"/>
              <a:gd name="connsiteY1" fmla="*/ 0 h 785191"/>
              <a:gd name="connsiteX2" fmla="*/ 672202 w 4033211"/>
              <a:gd name="connsiteY2" fmla="*/ 0 h 785191"/>
              <a:gd name="connsiteX3" fmla="*/ 672202 w 4033211"/>
              <a:gd name="connsiteY3" fmla="*/ 0 h 785191"/>
              <a:gd name="connsiteX4" fmla="*/ 1680505 w 4033211"/>
              <a:gd name="connsiteY4" fmla="*/ 0 h 785191"/>
              <a:gd name="connsiteX5" fmla="*/ 3902343 w 4033211"/>
              <a:gd name="connsiteY5" fmla="*/ 0 h 785191"/>
              <a:gd name="connsiteX6" fmla="*/ 4033211 w 4033211"/>
              <a:gd name="connsiteY6" fmla="*/ 130868 h 785191"/>
              <a:gd name="connsiteX7" fmla="*/ 4033211 w 4033211"/>
              <a:gd name="connsiteY7" fmla="*/ 458028 h 785191"/>
              <a:gd name="connsiteX8" fmla="*/ 4033211 w 4033211"/>
              <a:gd name="connsiteY8" fmla="*/ 458028 h 785191"/>
              <a:gd name="connsiteX9" fmla="*/ 4033211 w 4033211"/>
              <a:gd name="connsiteY9" fmla="*/ 654326 h 785191"/>
              <a:gd name="connsiteX10" fmla="*/ 4033211 w 4033211"/>
              <a:gd name="connsiteY10" fmla="*/ 654323 h 785191"/>
              <a:gd name="connsiteX11" fmla="*/ 3902343 w 4033211"/>
              <a:gd name="connsiteY11" fmla="*/ 785191 h 785191"/>
              <a:gd name="connsiteX12" fmla="*/ 1680505 w 4033211"/>
              <a:gd name="connsiteY12" fmla="*/ 785191 h 785191"/>
              <a:gd name="connsiteX13" fmla="*/ 672202 w 4033211"/>
              <a:gd name="connsiteY13" fmla="*/ 785191 h 785191"/>
              <a:gd name="connsiteX14" fmla="*/ 130868 w 4033211"/>
              <a:gd name="connsiteY14" fmla="*/ 785191 h 785191"/>
              <a:gd name="connsiteX15" fmla="*/ 0 w 4033211"/>
              <a:gd name="connsiteY15" fmla="*/ 654323 h 785191"/>
              <a:gd name="connsiteX16" fmla="*/ 0 w 4033211"/>
              <a:gd name="connsiteY16" fmla="*/ 654326 h 785191"/>
              <a:gd name="connsiteX17" fmla="*/ 0 w 4033211"/>
              <a:gd name="connsiteY17" fmla="*/ 458028 h 785191"/>
              <a:gd name="connsiteX18" fmla="*/ 0 w 4033211"/>
              <a:gd name="connsiteY18" fmla="*/ 458028 h 785191"/>
              <a:gd name="connsiteX19" fmla="*/ 0 w 4033211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268357 w 4301568"/>
              <a:gd name="connsiteY17" fmla="*/ 458028 h 785191"/>
              <a:gd name="connsiteX18" fmla="*/ 0 w 4301568"/>
              <a:gd name="connsiteY18" fmla="*/ 378515 h 785191"/>
              <a:gd name="connsiteX19" fmla="*/ 268357 w 4301568"/>
              <a:gd name="connsiteY19" fmla="*/ 130868 h 785191"/>
              <a:gd name="connsiteX0" fmla="*/ 268357 w 4301568"/>
              <a:gd name="connsiteY0" fmla="*/ 130868 h 785191"/>
              <a:gd name="connsiteX1" fmla="*/ 399225 w 4301568"/>
              <a:gd name="connsiteY1" fmla="*/ 0 h 785191"/>
              <a:gd name="connsiteX2" fmla="*/ 940559 w 4301568"/>
              <a:gd name="connsiteY2" fmla="*/ 0 h 785191"/>
              <a:gd name="connsiteX3" fmla="*/ 940559 w 4301568"/>
              <a:gd name="connsiteY3" fmla="*/ 0 h 785191"/>
              <a:gd name="connsiteX4" fmla="*/ 1948862 w 4301568"/>
              <a:gd name="connsiteY4" fmla="*/ 0 h 785191"/>
              <a:gd name="connsiteX5" fmla="*/ 4170700 w 4301568"/>
              <a:gd name="connsiteY5" fmla="*/ 0 h 785191"/>
              <a:gd name="connsiteX6" fmla="*/ 4301568 w 4301568"/>
              <a:gd name="connsiteY6" fmla="*/ 130868 h 785191"/>
              <a:gd name="connsiteX7" fmla="*/ 4301568 w 4301568"/>
              <a:gd name="connsiteY7" fmla="*/ 458028 h 785191"/>
              <a:gd name="connsiteX8" fmla="*/ 4301568 w 4301568"/>
              <a:gd name="connsiteY8" fmla="*/ 458028 h 785191"/>
              <a:gd name="connsiteX9" fmla="*/ 4301568 w 4301568"/>
              <a:gd name="connsiteY9" fmla="*/ 654326 h 785191"/>
              <a:gd name="connsiteX10" fmla="*/ 4301568 w 4301568"/>
              <a:gd name="connsiteY10" fmla="*/ 654323 h 785191"/>
              <a:gd name="connsiteX11" fmla="*/ 4170700 w 4301568"/>
              <a:gd name="connsiteY11" fmla="*/ 785191 h 785191"/>
              <a:gd name="connsiteX12" fmla="*/ 1948862 w 4301568"/>
              <a:gd name="connsiteY12" fmla="*/ 785191 h 785191"/>
              <a:gd name="connsiteX13" fmla="*/ 940559 w 4301568"/>
              <a:gd name="connsiteY13" fmla="*/ 785191 h 785191"/>
              <a:gd name="connsiteX14" fmla="*/ 399225 w 4301568"/>
              <a:gd name="connsiteY14" fmla="*/ 785191 h 785191"/>
              <a:gd name="connsiteX15" fmla="*/ 268357 w 4301568"/>
              <a:gd name="connsiteY15" fmla="*/ 654323 h 785191"/>
              <a:gd name="connsiteX16" fmla="*/ 268357 w 4301568"/>
              <a:gd name="connsiteY16" fmla="*/ 654326 h 785191"/>
              <a:gd name="connsiteX17" fmla="*/ 0 w 4301568"/>
              <a:gd name="connsiteY17" fmla="*/ 378515 h 785191"/>
              <a:gd name="connsiteX18" fmla="*/ 268357 w 4301568"/>
              <a:gd name="connsiteY18" fmla="*/ 130868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01568" h="785191">
                <a:moveTo>
                  <a:pt x="268357" y="130868"/>
                </a:moveTo>
                <a:cubicBezTo>
                  <a:pt x="268357" y="58592"/>
                  <a:pt x="326949" y="0"/>
                  <a:pt x="399225" y="0"/>
                </a:cubicBezTo>
                <a:lnTo>
                  <a:pt x="940559" y="0"/>
                </a:lnTo>
                <a:lnTo>
                  <a:pt x="940559" y="0"/>
                </a:lnTo>
                <a:lnTo>
                  <a:pt x="1948862" y="0"/>
                </a:lnTo>
                <a:lnTo>
                  <a:pt x="4170700" y="0"/>
                </a:lnTo>
                <a:cubicBezTo>
                  <a:pt x="4242976" y="0"/>
                  <a:pt x="4301568" y="58592"/>
                  <a:pt x="4301568" y="130868"/>
                </a:cubicBezTo>
                <a:lnTo>
                  <a:pt x="4301568" y="458028"/>
                </a:lnTo>
                <a:lnTo>
                  <a:pt x="4301568" y="458028"/>
                </a:lnTo>
                <a:lnTo>
                  <a:pt x="4301568" y="654326"/>
                </a:lnTo>
                <a:lnTo>
                  <a:pt x="4301568" y="654323"/>
                </a:lnTo>
                <a:cubicBezTo>
                  <a:pt x="4301568" y="726599"/>
                  <a:pt x="4242976" y="785191"/>
                  <a:pt x="4170700" y="785191"/>
                </a:cubicBezTo>
                <a:lnTo>
                  <a:pt x="1948862" y="785191"/>
                </a:lnTo>
                <a:lnTo>
                  <a:pt x="940559" y="785191"/>
                </a:lnTo>
                <a:lnTo>
                  <a:pt x="399225" y="785191"/>
                </a:lnTo>
                <a:cubicBezTo>
                  <a:pt x="326949" y="785191"/>
                  <a:pt x="268357" y="726599"/>
                  <a:pt x="268357" y="654323"/>
                </a:cubicBezTo>
                <a:lnTo>
                  <a:pt x="268357" y="654326"/>
                </a:lnTo>
                <a:lnTo>
                  <a:pt x="0" y="378515"/>
                </a:lnTo>
                <a:lnTo>
                  <a:pt x="268357" y="130868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003E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688671" y="1236867"/>
            <a:ext cx="3184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尾页的所有元素都</a:t>
            </a:r>
            <a:r>
              <a:rPr lang="zh-CN" altLang="en-US" dirty="0" smtClean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不要改动</a:t>
            </a:r>
            <a:endParaRPr lang="zh-CN" altLang="en-US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</TotalTime>
  <Words>496</Words>
  <Application>Microsoft Office PowerPoint</Application>
  <PresentationFormat>自定义</PresentationFormat>
  <Paragraphs>49</Paragraphs>
  <Slides>7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xb21cn</cp:lastModifiedBy>
  <cp:revision>393</cp:revision>
  <dcterms:created xsi:type="dcterms:W3CDTF">1900-01-01T00:00:00Z</dcterms:created>
  <dcterms:modified xsi:type="dcterms:W3CDTF">2021-05-20T09:50:42Z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2052-11.1.0.10356</vt:lpwstr>
  </property>
  <property fmtid="{D5CDD505-2E9C-101B-9397-08002B2CF9AE}" pid="3" name="ICV">
    <vt:lpwstr>FE2F59BF72BB4E30A5E1232D9A29AB03</vt:lpwstr>
  </property>
</Properties>
</file>